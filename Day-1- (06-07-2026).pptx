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610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1B1B1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1B1B1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1B1B1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1B1B1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7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16158" y="1168708"/>
            <a:ext cx="6055682" cy="1511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1B1B1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2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2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7.png"/><Relationship Id="rId7" Type="http://schemas.openxmlformats.org/officeDocument/2006/relationships/image" Target="../media/image1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48.png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2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20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9013" y="2757961"/>
            <a:ext cx="361949" cy="3714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73878" y="2476487"/>
            <a:ext cx="5486399" cy="540067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445009" y="3812188"/>
            <a:ext cx="8339455" cy="14922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7400"/>
              </a:lnSpc>
              <a:spcBef>
                <a:spcPts val="90"/>
              </a:spcBef>
            </a:pPr>
            <a:r>
              <a:rPr sz="4100" spc="110" dirty="0"/>
              <a:t>Green</a:t>
            </a:r>
            <a:r>
              <a:rPr sz="4100" spc="-10" dirty="0"/>
              <a:t> </a:t>
            </a:r>
            <a:r>
              <a:rPr sz="4100" spc="60" dirty="0"/>
              <a:t>Skilling,</a:t>
            </a:r>
            <a:r>
              <a:rPr sz="4100" spc="-5" dirty="0"/>
              <a:t> </a:t>
            </a:r>
            <a:r>
              <a:rPr sz="4100" spc="40" dirty="0"/>
              <a:t>Sustainability, </a:t>
            </a:r>
            <a:r>
              <a:rPr sz="4100" spc="114" dirty="0"/>
              <a:t>Artificial</a:t>
            </a:r>
            <a:r>
              <a:rPr sz="4100" spc="-70" dirty="0"/>
              <a:t> </a:t>
            </a:r>
            <a:r>
              <a:rPr sz="4100" spc="60" dirty="0"/>
              <a:t>Intelligence</a:t>
            </a:r>
            <a:r>
              <a:rPr sz="4100" spc="-65" dirty="0"/>
              <a:t> </a:t>
            </a:r>
            <a:r>
              <a:rPr sz="4100" dirty="0"/>
              <a:t>&amp;</a:t>
            </a:r>
            <a:r>
              <a:rPr sz="4100" spc="-70" dirty="0"/>
              <a:t> </a:t>
            </a:r>
            <a:r>
              <a:rPr sz="4100" spc="145" dirty="0"/>
              <a:t>SDG</a:t>
            </a:r>
            <a:r>
              <a:rPr sz="4100" spc="-65" dirty="0"/>
              <a:t> </a:t>
            </a:r>
            <a:r>
              <a:rPr sz="4100" spc="-565" dirty="0"/>
              <a:t>17</a:t>
            </a:r>
            <a:endParaRPr sz="4100"/>
          </a:p>
        </p:txBody>
      </p:sp>
      <p:sp>
        <p:nvSpPr>
          <p:cNvPr id="5" name="object 5"/>
          <p:cNvSpPr txBox="1"/>
          <p:nvPr/>
        </p:nvSpPr>
        <p:spPr>
          <a:xfrm>
            <a:off x="2445009" y="5603561"/>
            <a:ext cx="400621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105" dirty="0">
                <a:solidFill>
                  <a:srgbClr val="535353"/>
                </a:solidFill>
                <a:latin typeface="Lucida Sans Unicode"/>
                <a:cs typeface="Lucida Sans Unicode"/>
              </a:rPr>
              <a:t>B.Tech</a:t>
            </a:r>
            <a:r>
              <a:rPr sz="1800" spc="-75" dirty="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sz="1800" spc="-35" dirty="0">
                <a:solidFill>
                  <a:srgbClr val="535353"/>
                </a:solidFill>
                <a:latin typeface="Lucida Sans Unicode"/>
                <a:cs typeface="Lucida Sans Unicode"/>
              </a:rPr>
              <a:t>Computer</a:t>
            </a:r>
            <a:r>
              <a:rPr sz="1800" spc="-75" dirty="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535353"/>
                </a:solidFill>
                <a:latin typeface="Lucida Sans Unicode"/>
                <a:cs typeface="Lucida Sans Unicode"/>
              </a:rPr>
              <a:t>Science</a:t>
            </a:r>
            <a:r>
              <a:rPr sz="1800" spc="-70" dirty="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sz="1800" spc="-50" dirty="0">
                <a:solidFill>
                  <a:srgbClr val="535353"/>
                </a:solidFill>
                <a:latin typeface="Lucida Sans Unicode"/>
                <a:cs typeface="Lucida Sans Unicode"/>
              </a:rPr>
              <a:t>Engineering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45009" y="6666435"/>
            <a:ext cx="5989320" cy="7874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000" b="1" spc="80" dirty="0">
                <a:solidFill>
                  <a:srgbClr val="1B1B1B"/>
                </a:solidFill>
                <a:latin typeface="Tahoma"/>
                <a:cs typeface="Tahoma"/>
              </a:rPr>
              <a:t>Presented</a:t>
            </a:r>
            <a:r>
              <a:rPr sz="2000" b="1" spc="-1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000" b="1" spc="114" dirty="0">
                <a:solidFill>
                  <a:srgbClr val="1B1B1B"/>
                </a:solidFill>
                <a:latin typeface="Tahoma"/>
                <a:cs typeface="Tahoma"/>
              </a:rPr>
              <a:t>By</a:t>
            </a:r>
            <a:r>
              <a:rPr sz="2000" b="1" spc="-1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000" b="1" spc="-655" dirty="0">
                <a:solidFill>
                  <a:srgbClr val="1B1B1B"/>
                </a:solidFill>
                <a:latin typeface="Tahoma"/>
                <a:cs typeface="Tahoma"/>
              </a:rPr>
              <a:t>|</a:t>
            </a:r>
            <a:r>
              <a:rPr sz="2000" b="1" spc="-1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000" b="1" spc="80" dirty="0">
                <a:solidFill>
                  <a:srgbClr val="1B1B1B"/>
                </a:solidFill>
                <a:latin typeface="Tahoma"/>
                <a:cs typeface="Tahoma"/>
              </a:rPr>
              <a:t>Enrollment</a:t>
            </a:r>
            <a:r>
              <a:rPr sz="2000" b="1" spc="-1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1B1B1B"/>
                </a:solidFill>
                <a:latin typeface="Tahoma"/>
                <a:cs typeface="Tahoma"/>
              </a:rPr>
              <a:t>No:</a:t>
            </a:r>
            <a:r>
              <a:rPr sz="2000" b="1" spc="-1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000" b="1" spc="-65" dirty="0">
                <a:solidFill>
                  <a:srgbClr val="1B1B1B"/>
                </a:solidFill>
                <a:latin typeface="Tahoma"/>
                <a:cs typeface="Tahoma"/>
              </a:rPr>
              <a:t>240840131149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350" b="1" spc="90" dirty="0">
                <a:solidFill>
                  <a:srgbClr val="4A7229"/>
                </a:solidFill>
                <a:latin typeface="Tahoma"/>
                <a:cs typeface="Tahoma"/>
              </a:rPr>
              <a:t>Mehul</a:t>
            </a:r>
            <a:r>
              <a:rPr sz="2350" b="1" spc="-10" dirty="0">
                <a:solidFill>
                  <a:srgbClr val="4A7229"/>
                </a:solidFill>
                <a:latin typeface="Tahoma"/>
                <a:cs typeface="Tahoma"/>
              </a:rPr>
              <a:t> </a:t>
            </a:r>
            <a:r>
              <a:rPr sz="2350" b="1" spc="60" dirty="0">
                <a:solidFill>
                  <a:srgbClr val="4A7229"/>
                </a:solidFill>
                <a:latin typeface="Tahoma"/>
                <a:cs typeface="Tahoma"/>
              </a:rPr>
              <a:t>Rakesh</a:t>
            </a:r>
            <a:r>
              <a:rPr sz="2350" b="1" spc="-10" dirty="0">
                <a:solidFill>
                  <a:srgbClr val="4A7229"/>
                </a:solidFill>
                <a:latin typeface="Tahoma"/>
                <a:cs typeface="Tahoma"/>
              </a:rPr>
              <a:t> </a:t>
            </a:r>
            <a:r>
              <a:rPr sz="2350" b="1" spc="-20" dirty="0">
                <a:solidFill>
                  <a:srgbClr val="4A7229"/>
                </a:solidFill>
                <a:latin typeface="Tahoma"/>
                <a:cs typeface="Tahoma"/>
              </a:rPr>
              <a:t>Patil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45356" y="2693992"/>
            <a:ext cx="3039110" cy="7302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90"/>
              </a:spcBef>
            </a:pPr>
            <a:r>
              <a:rPr sz="2000" b="1" dirty="0">
                <a:solidFill>
                  <a:srgbClr val="1B1B1B"/>
                </a:solidFill>
                <a:latin typeface="Tahoma"/>
                <a:cs typeface="Tahoma"/>
              </a:rPr>
              <a:t>R.N.G.</a:t>
            </a:r>
            <a:r>
              <a:rPr sz="2000" b="1" spc="-7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000" b="1" spc="60" dirty="0">
                <a:solidFill>
                  <a:srgbClr val="1B1B1B"/>
                </a:solidFill>
                <a:latin typeface="Tahoma"/>
                <a:cs typeface="Tahoma"/>
              </a:rPr>
              <a:t>Patel</a:t>
            </a:r>
            <a:r>
              <a:rPr sz="2000" b="1" spc="-7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1B1B1B"/>
                </a:solidFill>
                <a:latin typeface="Tahoma"/>
                <a:cs typeface="Tahoma"/>
              </a:rPr>
              <a:t>Institute </a:t>
            </a:r>
            <a:r>
              <a:rPr sz="2000" b="1" spc="50" dirty="0">
                <a:solidFill>
                  <a:srgbClr val="1B1B1B"/>
                </a:solidFill>
                <a:latin typeface="Tahoma"/>
                <a:cs typeface="Tahoma"/>
              </a:rPr>
              <a:t>of</a:t>
            </a:r>
            <a:r>
              <a:rPr sz="2000" b="1" spc="-1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000" b="1" spc="55" dirty="0">
                <a:solidFill>
                  <a:srgbClr val="1B1B1B"/>
                </a:solidFill>
                <a:latin typeface="Tahoma"/>
                <a:cs typeface="Tahoma"/>
              </a:rPr>
              <a:t>Technology,</a:t>
            </a:r>
            <a:r>
              <a:rPr sz="2000" b="1" spc="-1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000" b="1" spc="50" dirty="0">
                <a:solidFill>
                  <a:srgbClr val="1B1B1B"/>
                </a:solidFill>
                <a:latin typeface="Tahoma"/>
                <a:cs typeface="Tahoma"/>
              </a:rPr>
              <a:t>Bardoli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02003" y="2956436"/>
            <a:ext cx="3294379" cy="6012180"/>
            <a:chOff x="3002003" y="2956436"/>
            <a:chExt cx="3294379" cy="6012180"/>
          </a:xfrm>
        </p:grpSpPr>
        <p:sp>
          <p:nvSpPr>
            <p:cNvPr id="3" name="object 3"/>
            <p:cNvSpPr/>
            <p:nvPr/>
          </p:nvSpPr>
          <p:spPr>
            <a:xfrm>
              <a:off x="3002003" y="3696517"/>
              <a:ext cx="3294379" cy="5272405"/>
            </a:xfrm>
            <a:custGeom>
              <a:avLst/>
              <a:gdLst/>
              <a:ahLst/>
              <a:cxnLst/>
              <a:rect l="l" t="t" r="r" b="b"/>
              <a:pathLst>
                <a:path w="3294379" h="5272405">
                  <a:moveTo>
                    <a:pt x="3294207" y="5271875"/>
                  </a:moveTo>
                  <a:lnTo>
                    <a:pt x="0" y="5271875"/>
                  </a:lnTo>
                  <a:lnTo>
                    <a:pt x="0" y="0"/>
                  </a:lnTo>
                  <a:lnTo>
                    <a:pt x="3294207" y="0"/>
                  </a:lnTo>
                  <a:lnTo>
                    <a:pt x="3294207" y="5271875"/>
                  </a:lnTo>
                  <a:close/>
                </a:path>
              </a:pathLst>
            </a:custGeom>
            <a:solidFill>
              <a:srgbClr val="679E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146044" y="3099320"/>
              <a:ext cx="3006090" cy="5677535"/>
            </a:xfrm>
            <a:custGeom>
              <a:avLst/>
              <a:gdLst/>
              <a:ahLst/>
              <a:cxnLst/>
              <a:rect l="l" t="t" r="r" b="b"/>
              <a:pathLst>
                <a:path w="3006090" h="5677534">
                  <a:moveTo>
                    <a:pt x="3005861" y="1375689"/>
                  </a:moveTo>
                  <a:lnTo>
                    <a:pt x="2281072" y="1142326"/>
                  </a:lnTo>
                  <a:lnTo>
                    <a:pt x="2293620" y="1108938"/>
                  </a:lnTo>
                  <a:lnTo>
                    <a:pt x="2307234" y="1065669"/>
                  </a:lnTo>
                  <a:lnTo>
                    <a:pt x="2318537" y="1021422"/>
                  </a:lnTo>
                  <a:lnTo>
                    <a:pt x="2327452" y="976274"/>
                  </a:lnTo>
                  <a:lnTo>
                    <a:pt x="2333904" y="930287"/>
                  </a:lnTo>
                  <a:lnTo>
                    <a:pt x="2337828" y="883539"/>
                  </a:lnTo>
                  <a:lnTo>
                    <a:pt x="2339149" y="836091"/>
                  </a:lnTo>
                  <a:lnTo>
                    <a:pt x="2337828" y="788644"/>
                  </a:lnTo>
                  <a:lnTo>
                    <a:pt x="2333904" y="741895"/>
                  </a:lnTo>
                  <a:lnTo>
                    <a:pt x="2327452" y="695909"/>
                  </a:lnTo>
                  <a:lnTo>
                    <a:pt x="2318537" y="650760"/>
                  </a:lnTo>
                  <a:lnTo>
                    <a:pt x="2307234" y="606513"/>
                  </a:lnTo>
                  <a:lnTo>
                    <a:pt x="2293620" y="563245"/>
                  </a:lnTo>
                  <a:lnTo>
                    <a:pt x="2277757" y="521030"/>
                  </a:lnTo>
                  <a:lnTo>
                    <a:pt x="2259711" y="479920"/>
                  </a:lnTo>
                  <a:lnTo>
                    <a:pt x="2239568" y="440016"/>
                  </a:lnTo>
                  <a:lnTo>
                    <a:pt x="2217382" y="401358"/>
                  </a:lnTo>
                  <a:lnTo>
                    <a:pt x="2193239" y="364032"/>
                  </a:lnTo>
                  <a:lnTo>
                    <a:pt x="2167191" y="328104"/>
                  </a:lnTo>
                  <a:lnTo>
                    <a:pt x="2139327" y="293649"/>
                  </a:lnTo>
                  <a:lnTo>
                    <a:pt x="2109711" y="260743"/>
                  </a:lnTo>
                  <a:lnTo>
                    <a:pt x="2078405" y="229438"/>
                  </a:lnTo>
                  <a:lnTo>
                    <a:pt x="2045500" y="199821"/>
                  </a:lnTo>
                  <a:lnTo>
                    <a:pt x="2011045" y="171958"/>
                  </a:lnTo>
                  <a:lnTo>
                    <a:pt x="1975116" y="145910"/>
                  </a:lnTo>
                  <a:lnTo>
                    <a:pt x="1937791" y="121767"/>
                  </a:lnTo>
                  <a:lnTo>
                    <a:pt x="1899132" y="99580"/>
                  </a:lnTo>
                  <a:lnTo>
                    <a:pt x="1859216" y="79438"/>
                  </a:lnTo>
                  <a:lnTo>
                    <a:pt x="1818119" y="61391"/>
                  </a:lnTo>
                  <a:lnTo>
                    <a:pt x="1775904" y="45529"/>
                  </a:lnTo>
                  <a:lnTo>
                    <a:pt x="1732635" y="31915"/>
                  </a:lnTo>
                  <a:lnTo>
                    <a:pt x="1688388" y="20612"/>
                  </a:lnTo>
                  <a:lnTo>
                    <a:pt x="1643240" y="11696"/>
                  </a:lnTo>
                  <a:lnTo>
                    <a:pt x="1597253" y="5245"/>
                  </a:lnTo>
                  <a:lnTo>
                    <a:pt x="1550504" y="1320"/>
                  </a:lnTo>
                  <a:lnTo>
                    <a:pt x="1503057" y="0"/>
                  </a:lnTo>
                  <a:lnTo>
                    <a:pt x="1455610" y="1320"/>
                  </a:lnTo>
                  <a:lnTo>
                    <a:pt x="1408861" y="5245"/>
                  </a:lnTo>
                  <a:lnTo>
                    <a:pt x="1362875" y="11696"/>
                  </a:lnTo>
                  <a:lnTo>
                    <a:pt x="1317726" y="20612"/>
                  </a:lnTo>
                  <a:lnTo>
                    <a:pt x="1273479" y="31915"/>
                  </a:lnTo>
                  <a:lnTo>
                    <a:pt x="1230210" y="45529"/>
                  </a:lnTo>
                  <a:lnTo>
                    <a:pt x="1187996" y="61391"/>
                  </a:lnTo>
                  <a:lnTo>
                    <a:pt x="1146886" y="79438"/>
                  </a:lnTo>
                  <a:lnTo>
                    <a:pt x="1106982" y="99580"/>
                  </a:lnTo>
                  <a:lnTo>
                    <a:pt x="1068324" y="121767"/>
                  </a:lnTo>
                  <a:lnTo>
                    <a:pt x="1030998" y="145910"/>
                  </a:lnTo>
                  <a:lnTo>
                    <a:pt x="995070" y="171958"/>
                  </a:lnTo>
                  <a:lnTo>
                    <a:pt x="960615" y="199821"/>
                  </a:lnTo>
                  <a:lnTo>
                    <a:pt x="927709" y="229438"/>
                  </a:lnTo>
                  <a:lnTo>
                    <a:pt x="896404" y="260743"/>
                  </a:lnTo>
                  <a:lnTo>
                    <a:pt x="866787" y="293649"/>
                  </a:lnTo>
                  <a:lnTo>
                    <a:pt x="838923" y="328104"/>
                  </a:lnTo>
                  <a:lnTo>
                    <a:pt x="812876" y="364032"/>
                  </a:lnTo>
                  <a:lnTo>
                    <a:pt x="788733" y="401358"/>
                  </a:lnTo>
                  <a:lnTo>
                    <a:pt x="766546" y="440016"/>
                  </a:lnTo>
                  <a:lnTo>
                    <a:pt x="746404" y="479920"/>
                  </a:lnTo>
                  <a:lnTo>
                    <a:pt x="728357" y="521030"/>
                  </a:lnTo>
                  <a:lnTo>
                    <a:pt x="712495" y="563245"/>
                  </a:lnTo>
                  <a:lnTo>
                    <a:pt x="698868" y="606513"/>
                  </a:lnTo>
                  <a:lnTo>
                    <a:pt x="687578" y="650760"/>
                  </a:lnTo>
                  <a:lnTo>
                    <a:pt x="678662" y="695909"/>
                  </a:lnTo>
                  <a:lnTo>
                    <a:pt x="672211" y="741895"/>
                  </a:lnTo>
                  <a:lnTo>
                    <a:pt x="668286" y="788644"/>
                  </a:lnTo>
                  <a:lnTo>
                    <a:pt x="666965" y="836091"/>
                  </a:lnTo>
                  <a:lnTo>
                    <a:pt x="668286" y="883539"/>
                  </a:lnTo>
                  <a:lnTo>
                    <a:pt x="672211" y="930287"/>
                  </a:lnTo>
                  <a:lnTo>
                    <a:pt x="678662" y="976274"/>
                  </a:lnTo>
                  <a:lnTo>
                    <a:pt x="687578" y="1021422"/>
                  </a:lnTo>
                  <a:lnTo>
                    <a:pt x="698868" y="1065669"/>
                  </a:lnTo>
                  <a:lnTo>
                    <a:pt x="712495" y="1108938"/>
                  </a:lnTo>
                  <a:lnTo>
                    <a:pt x="725004" y="1142263"/>
                  </a:lnTo>
                  <a:lnTo>
                    <a:pt x="0" y="1375689"/>
                  </a:lnTo>
                  <a:lnTo>
                    <a:pt x="0" y="5677179"/>
                  </a:lnTo>
                  <a:lnTo>
                    <a:pt x="3005861" y="5677179"/>
                  </a:lnTo>
                  <a:lnTo>
                    <a:pt x="3005861" y="1375689"/>
                  </a:lnTo>
                  <a:close/>
                </a:path>
              </a:pathLst>
            </a:custGeom>
            <a:solidFill>
              <a:srgbClr val="AED5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13012" y="3099311"/>
              <a:ext cx="1672589" cy="1672589"/>
            </a:xfrm>
            <a:custGeom>
              <a:avLst/>
              <a:gdLst/>
              <a:ahLst/>
              <a:cxnLst/>
              <a:rect l="l" t="t" r="r" b="b"/>
              <a:pathLst>
                <a:path w="1672589" h="1672589">
                  <a:moveTo>
                    <a:pt x="836041" y="0"/>
                  </a:moveTo>
                  <a:lnTo>
                    <a:pt x="788600" y="1323"/>
                  </a:lnTo>
                  <a:lnTo>
                    <a:pt x="741852" y="5246"/>
                  </a:lnTo>
                  <a:lnTo>
                    <a:pt x="695869" y="11699"/>
                  </a:lnTo>
                  <a:lnTo>
                    <a:pt x="650722" y="20610"/>
                  </a:lnTo>
                  <a:lnTo>
                    <a:pt x="606481" y="31910"/>
                  </a:lnTo>
                  <a:lnTo>
                    <a:pt x="563216" y="45527"/>
                  </a:lnTo>
                  <a:lnTo>
                    <a:pt x="520999" y="61391"/>
                  </a:lnTo>
                  <a:lnTo>
                    <a:pt x="479899" y="79431"/>
                  </a:lnTo>
                  <a:lnTo>
                    <a:pt x="439988" y="99578"/>
                  </a:lnTo>
                  <a:lnTo>
                    <a:pt x="401335" y="121759"/>
                  </a:lnTo>
                  <a:lnTo>
                    <a:pt x="364012" y="145906"/>
                  </a:lnTo>
                  <a:lnTo>
                    <a:pt x="328089" y="171946"/>
                  </a:lnTo>
                  <a:lnTo>
                    <a:pt x="293637" y="199810"/>
                  </a:lnTo>
                  <a:lnTo>
                    <a:pt x="260726" y="229427"/>
                  </a:lnTo>
                  <a:lnTo>
                    <a:pt x="229427" y="260726"/>
                  </a:lnTo>
                  <a:lnTo>
                    <a:pt x="199810" y="293637"/>
                  </a:lnTo>
                  <a:lnTo>
                    <a:pt x="171946" y="328089"/>
                  </a:lnTo>
                  <a:lnTo>
                    <a:pt x="145906" y="364012"/>
                  </a:lnTo>
                  <a:lnTo>
                    <a:pt x="121759" y="401335"/>
                  </a:lnTo>
                  <a:lnTo>
                    <a:pt x="99578" y="439988"/>
                  </a:lnTo>
                  <a:lnTo>
                    <a:pt x="79431" y="479899"/>
                  </a:lnTo>
                  <a:lnTo>
                    <a:pt x="61391" y="520999"/>
                  </a:lnTo>
                  <a:lnTo>
                    <a:pt x="45527" y="563216"/>
                  </a:lnTo>
                  <a:lnTo>
                    <a:pt x="31910" y="606481"/>
                  </a:lnTo>
                  <a:lnTo>
                    <a:pt x="20610" y="650722"/>
                  </a:lnTo>
                  <a:lnTo>
                    <a:pt x="11699" y="695869"/>
                  </a:lnTo>
                  <a:lnTo>
                    <a:pt x="5246" y="741852"/>
                  </a:lnTo>
                  <a:lnTo>
                    <a:pt x="1323" y="788600"/>
                  </a:lnTo>
                  <a:lnTo>
                    <a:pt x="0" y="836041"/>
                  </a:lnTo>
                  <a:lnTo>
                    <a:pt x="1323" y="883483"/>
                  </a:lnTo>
                  <a:lnTo>
                    <a:pt x="5246" y="930231"/>
                  </a:lnTo>
                  <a:lnTo>
                    <a:pt x="11699" y="976214"/>
                  </a:lnTo>
                  <a:lnTo>
                    <a:pt x="20610" y="1021361"/>
                  </a:lnTo>
                  <a:lnTo>
                    <a:pt x="31910" y="1065602"/>
                  </a:lnTo>
                  <a:lnTo>
                    <a:pt x="45527" y="1108867"/>
                  </a:lnTo>
                  <a:lnTo>
                    <a:pt x="61391" y="1151084"/>
                  </a:lnTo>
                  <a:lnTo>
                    <a:pt x="79431" y="1192184"/>
                  </a:lnTo>
                  <a:lnTo>
                    <a:pt x="99578" y="1232095"/>
                  </a:lnTo>
                  <a:lnTo>
                    <a:pt x="121759" y="1270748"/>
                  </a:lnTo>
                  <a:lnTo>
                    <a:pt x="145906" y="1308071"/>
                  </a:lnTo>
                  <a:lnTo>
                    <a:pt x="171946" y="1343993"/>
                  </a:lnTo>
                  <a:lnTo>
                    <a:pt x="199810" y="1378446"/>
                  </a:lnTo>
                  <a:lnTo>
                    <a:pt x="229427" y="1411357"/>
                  </a:lnTo>
                  <a:lnTo>
                    <a:pt x="260726" y="1442656"/>
                  </a:lnTo>
                  <a:lnTo>
                    <a:pt x="293637" y="1472273"/>
                  </a:lnTo>
                  <a:lnTo>
                    <a:pt x="328089" y="1500137"/>
                  </a:lnTo>
                  <a:lnTo>
                    <a:pt x="364012" y="1526177"/>
                  </a:lnTo>
                  <a:lnTo>
                    <a:pt x="401335" y="1550323"/>
                  </a:lnTo>
                  <a:lnTo>
                    <a:pt x="439988" y="1572505"/>
                  </a:lnTo>
                  <a:lnTo>
                    <a:pt x="479899" y="1592651"/>
                  </a:lnTo>
                  <a:lnTo>
                    <a:pt x="520999" y="1610692"/>
                  </a:lnTo>
                  <a:lnTo>
                    <a:pt x="563216" y="1626556"/>
                  </a:lnTo>
                  <a:lnTo>
                    <a:pt x="606481" y="1640173"/>
                  </a:lnTo>
                  <a:lnTo>
                    <a:pt x="650722" y="1651472"/>
                  </a:lnTo>
                  <a:lnTo>
                    <a:pt x="695869" y="1660384"/>
                  </a:lnTo>
                  <a:lnTo>
                    <a:pt x="741852" y="1666837"/>
                  </a:lnTo>
                  <a:lnTo>
                    <a:pt x="788600" y="1670760"/>
                  </a:lnTo>
                  <a:lnTo>
                    <a:pt x="836041" y="1672083"/>
                  </a:lnTo>
                  <a:lnTo>
                    <a:pt x="883483" y="1670760"/>
                  </a:lnTo>
                  <a:lnTo>
                    <a:pt x="930231" y="1666837"/>
                  </a:lnTo>
                  <a:lnTo>
                    <a:pt x="976214" y="1660384"/>
                  </a:lnTo>
                  <a:lnTo>
                    <a:pt x="1021361" y="1651472"/>
                  </a:lnTo>
                  <a:lnTo>
                    <a:pt x="1065602" y="1640173"/>
                  </a:lnTo>
                  <a:lnTo>
                    <a:pt x="1108867" y="1626556"/>
                  </a:lnTo>
                  <a:lnTo>
                    <a:pt x="1151084" y="1610692"/>
                  </a:lnTo>
                  <a:lnTo>
                    <a:pt x="1192184" y="1592651"/>
                  </a:lnTo>
                  <a:lnTo>
                    <a:pt x="1232095" y="1572505"/>
                  </a:lnTo>
                  <a:lnTo>
                    <a:pt x="1270748" y="1550323"/>
                  </a:lnTo>
                  <a:lnTo>
                    <a:pt x="1308071" y="1526177"/>
                  </a:lnTo>
                  <a:lnTo>
                    <a:pt x="1343993" y="1500137"/>
                  </a:lnTo>
                  <a:lnTo>
                    <a:pt x="1378446" y="1472273"/>
                  </a:lnTo>
                  <a:lnTo>
                    <a:pt x="1411357" y="1442656"/>
                  </a:lnTo>
                  <a:lnTo>
                    <a:pt x="1442656" y="1411357"/>
                  </a:lnTo>
                  <a:lnTo>
                    <a:pt x="1472273" y="1378446"/>
                  </a:lnTo>
                  <a:lnTo>
                    <a:pt x="1500137" y="1343993"/>
                  </a:lnTo>
                  <a:lnTo>
                    <a:pt x="1526177" y="1308071"/>
                  </a:lnTo>
                  <a:lnTo>
                    <a:pt x="1550323" y="1270748"/>
                  </a:lnTo>
                  <a:lnTo>
                    <a:pt x="1572505" y="1232095"/>
                  </a:lnTo>
                  <a:lnTo>
                    <a:pt x="1592651" y="1192184"/>
                  </a:lnTo>
                  <a:lnTo>
                    <a:pt x="1610692" y="1151084"/>
                  </a:lnTo>
                  <a:lnTo>
                    <a:pt x="1626556" y="1108867"/>
                  </a:lnTo>
                  <a:lnTo>
                    <a:pt x="1640173" y="1065602"/>
                  </a:lnTo>
                  <a:lnTo>
                    <a:pt x="1651472" y="1021361"/>
                  </a:lnTo>
                  <a:lnTo>
                    <a:pt x="1660384" y="976214"/>
                  </a:lnTo>
                  <a:lnTo>
                    <a:pt x="1666837" y="930231"/>
                  </a:lnTo>
                  <a:lnTo>
                    <a:pt x="1670760" y="883483"/>
                  </a:lnTo>
                  <a:lnTo>
                    <a:pt x="1672083" y="836041"/>
                  </a:lnTo>
                  <a:lnTo>
                    <a:pt x="1670760" y="788600"/>
                  </a:lnTo>
                  <a:lnTo>
                    <a:pt x="1666837" y="741852"/>
                  </a:lnTo>
                  <a:lnTo>
                    <a:pt x="1660384" y="695869"/>
                  </a:lnTo>
                  <a:lnTo>
                    <a:pt x="1651472" y="650722"/>
                  </a:lnTo>
                  <a:lnTo>
                    <a:pt x="1640173" y="606481"/>
                  </a:lnTo>
                  <a:lnTo>
                    <a:pt x="1626556" y="563216"/>
                  </a:lnTo>
                  <a:lnTo>
                    <a:pt x="1610692" y="520999"/>
                  </a:lnTo>
                  <a:lnTo>
                    <a:pt x="1592651" y="479899"/>
                  </a:lnTo>
                  <a:lnTo>
                    <a:pt x="1572505" y="439988"/>
                  </a:lnTo>
                  <a:lnTo>
                    <a:pt x="1550323" y="401335"/>
                  </a:lnTo>
                  <a:lnTo>
                    <a:pt x="1526177" y="364012"/>
                  </a:lnTo>
                  <a:lnTo>
                    <a:pt x="1500137" y="328089"/>
                  </a:lnTo>
                  <a:lnTo>
                    <a:pt x="1472273" y="293637"/>
                  </a:lnTo>
                  <a:lnTo>
                    <a:pt x="1442656" y="260726"/>
                  </a:lnTo>
                  <a:lnTo>
                    <a:pt x="1411357" y="229427"/>
                  </a:lnTo>
                  <a:lnTo>
                    <a:pt x="1378446" y="199810"/>
                  </a:lnTo>
                  <a:lnTo>
                    <a:pt x="1343993" y="171946"/>
                  </a:lnTo>
                  <a:lnTo>
                    <a:pt x="1308071" y="145906"/>
                  </a:lnTo>
                  <a:lnTo>
                    <a:pt x="1270748" y="121759"/>
                  </a:lnTo>
                  <a:lnTo>
                    <a:pt x="1232095" y="99578"/>
                  </a:lnTo>
                  <a:lnTo>
                    <a:pt x="1192184" y="79431"/>
                  </a:lnTo>
                  <a:lnTo>
                    <a:pt x="1151084" y="61391"/>
                  </a:lnTo>
                  <a:lnTo>
                    <a:pt x="1108867" y="45527"/>
                  </a:lnTo>
                  <a:lnTo>
                    <a:pt x="1065602" y="31910"/>
                  </a:lnTo>
                  <a:lnTo>
                    <a:pt x="1021361" y="20610"/>
                  </a:lnTo>
                  <a:lnTo>
                    <a:pt x="976214" y="11699"/>
                  </a:lnTo>
                  <a:lnTo>
                    <a:pt x="930231" y="5246"/>
                  </a:lnTo>
                  <a:lnTo>
                    <a:pt x="883483" y="1323"/>
                  </a:lnTo>
                  <a:lnTo>
                    <a:pt x="836041" y="0"/>
                  </a:lnTo>
                </a:path>
              </a:pathLst>
            </a:custGeom>
            <a:ln w="285749">
              <a:solidFill>
                <a:srgbClr val="679E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496895" y="2956436"/>
            <a:ext cx="3294379" cy="6012180"/>
            <a:chOff x="7496895" y="2956436"/>
            <a:chExt cx="3294379" cy="6012180"/>
          </a:xfrm>
        </p:grpSpPr>
        <p:sp>
          <p:nvSpPr>
            <p:cNvPr id="7" name="object 7"/>
            <p:cNvSpPr/>
            <p:nvPr/>
          </p:nvSpPr>
          <p:spPr>
            <a:xfrm>
              <a:off x="7496895" y="3696517"/>
              <a:ext cx="3294379" cy="5272405"/>
            </a:xfrm>
            <a:custGeom>
              <a:avLst/>
              <a:gdLst/>
              <a:ahLst/>
              <a:cxnLst/>
              <a:rect l="l" t="t" r="r" b="b"/>
              <a:pathLst>
                <a:path w="3294379" h="5272405">
                  <a:moveTo>
                    <a:pt x="3294208" y="5271875"/>
                  </a:moveTo>
                  <a:lnTo>
                    <a:pt x="0" y="5271875"/>
                  </a:lnTo>
                  <a:lnTo>
                    <a:pt x="0" y="0"/>
                  </a:lnTo>
                  <a:lnTo>
                    <a:pt x="3294208" y="0"/>
                  </a:lnTo>
                  <a:lnTo>
                    <a:pt x="3294208" y="5271875"/>
                  </a:lnTo>
                  <a:close/>
                </a:path>
              </a:pathLst>
            </a:custGeom>
            <a:solidFill>
              <a:srgbClr val="AED5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40930" y="3099320"/>
              <a:ext cx="3006090" cy="5677535"/>
            </a:xfrm>
            <a:custGeom>
              <a:avLst/>
              <a:gdLst/>
              <a:ahLst/>
              <a:cxnLst/>
              <a:rect l="l" t="t" r="r" b="b"/>
              <a:pathLst>
                <a:path w="3006090" h="5677534">
                  <a:moveTo>
                    <a:pt x="3005861" y="1375689"/>
                  </a:moveTo>
                  <a:lnTo>
                    <a:pt x="2281072" y="1142326"/>
                  </a:lnTo>
                  <a:lnTo>
                    <a:pt x="2293632" y="1108938"/>
                  </a:lnTo>
                  <a:lnTo>
                    <a:pt x="2307247" y="1065669"/>
                  </a:lnTo>
                  <a:lnTo>
                    <a:pt x="2318550" y="1021422"/>
                  </a:lnTo>
                  <a:lnTo>
                    <a:pt x="2327452" y="976274"/>
                  </a:lnTo>
                  <a:lnTo>
                    <a:pt x="2333917" y="930287"/>
                  </a:lnTo>
                  <a:lnTo>
                    <a:pt x="2337841" y="883539"/>
                  </a:lnTo>
                  <a:lnTo>
                    <a:pt x="2339162" y="836091"/>
                  </a:lnTo>
                  <a:lnTo>
                    <a:pt x="2337841" y="788644"/>
                  </a:lnTo>
                  <a:lnTo>
                    <a:pt x="2333917" y="741895"/>
                  </a:lnTo>
                  <a:lnTo>
                    <a:pt x="2327452" y="695909"/>
                  </a:lnTo>
                  <a:lnTo>
                    <a:pt x="2318550" y="650760"/>
                  </a:lnTo>
                  <a:lnTo>
                    <a:pt x="2307247" y="606513"/>
                  </a:lnTo>
                  <a:lnTo>
                    <a:pt x="2293632" y="563245"/>
                  </a:lnTo>
                  <a:lnTo>
                    <a:pt x="2277757" y="521030"/>
                  </a:lnTo>
                  <a:lnTo>
                    <a:pt x="2259723" y="479920"/>
                  </a:lnTo>
                  <a:lnTo>
                    <a:pt x="2239568" y="440016"/>
                  </a:lnTo>
                  <a:lnTo>
                    <a:pt x="2217394" y="401358"/>
                  </a:lnTo>
                  <a:lnTo>
                    <a:pt x="2193239" y="364032"/>
                  </a:lnTo>
                  <a:lnTo>
                    <a:pt x="2167204" y="328104"/>
                  </a:lnTo>
                  <a:lnTo>
                    <a:pt x="2139340" y="293649"/>
                  </a:lnTo>
                  <a:lnTo>
                    <a:pt x="2109724" y="260743"/>
                  </a:lnTo>
                  <a:lnTo>
                    <a:pt x="2078418" y="229438"/>
                  </a:lnTo>
                  <a:lnTo>
                    <a:pt x="2045500" y="199821"/>
                  </a:lnTo>
                  <a:lnTo>
                    <a:pt x="2011045" y="171958"/>
                  </a:lnTo>
                  <a:lnTo>
                    <a:pt x="1975129" y="145910"/>
                  </a:lnTo>
                  <a:lnTo>
                    <a:pt x="1937804" y="121767"/>
                  </a:lnTo>
                  <a:lnTo>
                    <a:pt x="1899145" y="99580"/>
                  </a:lnTo>
                  <a:lnTo>
                    <a:pt x="1859229" y="79438"/>
                  </a:lnTo>
                  <a:lnTo>
                    <a:pt x="1818132" y="61391"/>
                  </a:lnTo>
                  <a:lnTo>
                    <a:pt x="1775904" y="45529"/>
                  </a:lnTo>
                  <a:lnTo>
                    <a:pt x="1732635" y="31915"/>
                  </a:lnTo>
                  <a:lnTo>
                    <a:pt x="1688401" y="20612"/>
                  </a:lnTo>
                  <a:lnTo>
                    <a:pt x="1643240" y="11696"/>
                  </a:lnTo>
                  <a:lnTo>
                    <a:pt x="1597266" y="5245"/>
                  </a:lnTo>
                  <a:lnTo>
                    <a:pt x="1550504" y="1320"/>
                  </a:lnTo>
                  <a:lnTo>
                    <a:pt x="1503070" y="0"/>
                  </a:lnTo>
                  <a:lnTo>
                    <a:pt x="1455623" y="1320"/>
                  </a:lnTo>
                  <a:lnTo>
                    <a:pt x="1408874" y="5245"/>
                  </a:lnTo>
                  <a:lnTo>
                    <a:pt x="1362887" y="11696"/>
                  </a:lnTo>
                  <a:lnTo>
                    <a:pt x="1317739" y="20612"/>
                  </a:lnTo>
                  <a:lnTo>
                    <a:pt x="1273492" y="31915"/>
                  </a:lnTo>
                  <a:lnTo>
                    <a:pt x="1230223" y="45529"/>
                  </a:lnTo>
                  <a:lnTo>
                    <a:pt x="1187996" y="61391"/>
                  </a:lnTo>
                  <a:lnTo>
                    <a:pt x="1146898" y="79438"/>
                  </a:lnTo>
                  <a:lnTo>
                    <a:pt x="1106982" y="99580"/>
                  </a:lnTo>
                  <a:lnTo>
                    <a:pt x="1068336" y="121767"/>
                  </a:lnTo>
                  <a:lnTo>
                    <a:pt x="1031011" y="145910"/>
                  </a:lnTo>
                  <a:lnTo>
                    <a:pt x="995083" y="171958"/>
                  </a:lnTo>
                  <a:lnTo>
                    <a:pt x="960628" y="199821"/>
                  </a:lnTo>
                  <a:lnTo>
                    <a:pt x="927709" y="229438"/>
                  </a:lnTo>
                  <a:lnTo>
                    <a:pt x="896416" y="260743"/>
                  </a:lnTo>
                  <a:lnTo>
                    <a:pt x="866787" y="293649"/>
                  </a:lnTo>
                  <a:lnTo>
                    <a:pt x="838923" y="328104"/>
                  </a:lnTo>
                  <a:lnTo>
                    <a:pt x="812888" y="364032"/>
                  </a:lnTo>
                  <a:lnTo>
                    <a:pt x="788733" y="401358"/>
                  </a:lnTo>
                  <a:lnTo>
                    <a:pt x="766559" y="440016"/>
                  </a:lnTo>
                  <a:lnTo>
                    <a:pt x="746404" y="479920"/>
                  </a:lnTo>
                  <a:lnTo>
                    <a:pt x="728370" y="521030"/>
                  </a:lnTo>
                  <a:lnTo>
                    <a:pt x="712495" y="563245"/>
                  </a:lnTo>
                  <a:lnTo>
                    <a:pt x="698881" y="606513"/>
                  </a:lnTo>
                  <a:lnTo>
                    <a:pt x="687578" y="650760"/>
                  </a:lnTo>
                  <a:lnTo>
                    <a:pt x="678675" y="695909"/>
                  </a:lnTo>
                  <a:lnTo>
                    <a:pt x="672223" y="741895"/>
                  </a:lnTo>
                  <a:lnTo>
                    <a:pt x="668299" y="788644"/>
                  </a:lnTo>
                  <a:lnTo>
                    <a:pt x="666965" y="836091"/>
                  </a:lnTo>
                  <a:lnTo>
                    <a:pt x="668299" y="883539"/>
                  </a:lnTo>
                  <a:lnTo>
                    <a:pt x="672223" y="930287"/>
                  </a:lnTo>
                  <a:lnTo>
                    <a:pt x="678675" y="976274"/>
                  </a:lnTo>
                  <a:lnTo>
                    <a:pt x="687578" y="1021422"/>
                  </a:lnTo>
                  <a:lnTo>
                    <a:pt x="698881" y="1065669"/>
                  </a:lnTo>
                  <a:lnTo>
                    <a:pt x="712495" y="1108938"/>
                  </a:lnTo>
                  <a:lnTo>
                    <a:pt x="725017" y="1142250"/>
                  </a:lnTo>
                  <a:lnTo>
                    <a:pt x="0" y="1375689"/>
                  </a:lnTo>
                  <a:lnTo>
                    <a:pt x="0" y="5677179"/>
                  </a:lnTo>
                  <a:lnTo>
                    <a:pt x="3005861" y="5677179"/>
                  </a:lnTo>
                  <a:lnTo>
                    <a:pt x="3005861" y="1375689"/>
                  </a:lnTo>
                  <a:close/>
                </a:path>
              </a:pathLst>
            </a:custGeom>
            <a:solidFill>
              <a:srgbClr val="DBEC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307906" y="3099311"/>
              <a:ext cx="1672589" cy="1672589"/>
            </a:xfrm>
            <a:custGeom>
              <a:avLst/>
              <a:gdLst/>
              <a:ahLst/>
              <a:cxnLst/>
              <a:rect l="l" t="t" r="r" b="b"/>
              <a:pathLst>
                <a:path w="1672590" h="1672589">
                  <a:moveTo>
                    <a:pt x="836041" y="0"/>
                  </a:moveTo>
                  <a:lnTo>
                    <a:pt x="788600" y="1323"/>
                  </a:lnTo>
                  <a:lnTo>
                    <a:pt x="741852" y="5246"/>
                  </a:lnTo>
                  <a:lnTo>
                    <a:pt x="695869" y="11699"/>
                  </a:lnTo>
                  <a:lnTo>
                    <a:pt x="650722" y="20610"/>
                  </a:lnTo>
                  <a:lnTo>
                    <a:pt x="606481" y="31910"/>
                  </a:lnTo>
                  <a:lnTo>
                    <a:pt x="563216" y="45527"/>
                  </a:lnTo>
                  <a:lnTo>
                    <a:pt x="520999" y="61391"/>
                  </a:lnTo>
                  <a:lnTo>
                    <a:pt x="479899" y="79431"/>
                  </a:lnTo>
                  <a:lnTo>
                    <a:pt x="439988" y="99578"/>
                  </a:lnTo>
                  <a:lnTo>
                    <a:pt x="401335" y="121759"/>
                  </a:lnTo>
                  <a:lnTo>
                    <a:pt x="364012" y="145906"/>
                  </a:lnTo>
                  <a:lnTo>
                    <a:pt x="328089" y="171946"/>
                  </a:lnTo>
                  <a:lnTo>
                    <a:pt x="293637" y="199810"/>
                  </a:lnTo>
                  <a:lnTo>
                    <a:pt x="260726" y="229427"/>
                  </a:lnTo>
                  <a:lnTo>
                    <a:pt x="229427" y="260726"/>
                  </a:lnTo>
                  <a:lnTo>
                    <a:pt x="199810" y="293637"/>
                  </a:lnTo>
                  <a:lnTo>
                    <a:pt x="171946" y="328089"/>
                  </a:lnTo>
                  <a:lnTo>
                    <a:pt x="145906" y="364012"/>
                  </a:lnTo>
                  <a:lnTo>
                    <a:pt x="121759" y="401335"/>
                  </a:lnTo>
                  <a:lnTo>
                    <a:pt x="99578" y="439988"/>
                  </a:lnTo>
                  <a:lnTo>
                    <a:pt x="79431" y="479899"/>
                  </a:lnTo>
                  <a:lnTo>
                    <a:pt x="61391" y="520999"/>
                  </a:lnTo>
                  <a:lnTo>
                    <a:pt x="45527" y="563216"/>
                  </a:lnTo>
                  <a:lnTo>
                    <a:pt x="31910" y="606481"/>
                  </a:lnTo>
                  <a:lnTo>
                    <a:pt x="20610" y="650722"/>
                  </a:lnTo>
                  <a:lnTo>
                    <a:pt x="11699" y="695869"/>
                  </a:lnTo>
                  <a:lnTo>
                    <a:pt x="5246" y="741852"/>
                  </a:lnTo>
                  <a:lnTo>
                    <a:pt x="1323" y="788600"/>
                  </a:lnTo>
                  <a:lnTo>
                    <a:pt x="0" y="836041"/>
                  </a:lnTo>
                  <a:lnTo>
                    <a:pt x="1323" y="883483"/>
                  </a:lnTo>
                  <a:lnTo>
                    <a:pt x="5246" y="930231"/>
                  </a:lnTo>
                  <a:lnTo>
                    <a:pt x="11699" y="976214"/>
                  </a:lnTo>
                  <a:lnTo>
                    <a:pt x="20610" y="1021361"/>
                  </a:lnTo>
                  <a:lnTo>
                    <a:pt x="31910" y="1065602"/>
                  </a:lnTo>
                  <a:lnTo>
                    <a:pt x="45527" y="1108867"/>
                  </a:lnTo>
                  <a:lnTo>
                    <a:pt x="61391" y="1151084"/>
                  </a:lnTo>
                  <a:lnTo>
                    <a:pt x="79431" y="1192184"/>
                  </a:lnTo>
                  <a:lnTo>
                    <a:pt x="99578" y="1232095"/>
                  </a:lnTo>
                  <a:lnTo>
                    <a:pt x="121759" y="1270748"/>
                  </a:lnTo>
                  <a:lnTo>
                    <a:pt x="145906" y="1308071"/>
                  </a:lnTo>
                  <a:lnTo>
                    <a:pt x="171946" y="1343993"/>
                  </a:lnTo>
                  <a:lnTo>
                    <a:pt x="199810" y="1378446"/>
                  </a:lnTo>
                  <a:lnTo>
                    <a:pt x="229427" y="1411357"/>
                  </a:lnTo>
                  <a:lnTo>
                    <a:pt x="260726" y="1442656"/>
                  </a:lnTo>
                  <a:lnTo>
                    <a:pt x="293637" y="1472273"/>
                  </a:lnTo>
                  <a:lnTo>
                    <a:pt x="328089" y="1500137"/>
                  </a:lnTo>
                  <a:lnTo>
                    <a:pt x="364012" y="1526177"/>
                  </a:lnTo>
                  <a:lnTo>
                    <a:pt x="401335" y="1550323"/>
                  </a:lnTo>
                  <a:lnTo>
                    <a:pt x="439988" y="1572505"/>
                  </a:lnTo>
                  <a:lnTo>
                    <a:pt x="479899" y="1592651"/>
                  </a:lnTo>
                  <a:lnTo>
                    <a:pt x="520999" y="1610692"/>
                  </a:lnTo>
                  <a:lnTo>
                    <a:pt x="563216" y="1626556"/>
                  </a:lnTo>
                  <a:lnTo>
                    <a:pt x="606481" y="1640173"/>
                  </a:lnTo>
                  <a:lnTo>
                    <a:pt x="650722" y="1651472"/>
                  </a:lnTo>
                  <a:lnTo>
                    <a:pt x="695869" y="1660384"/>
                  </a:lnTo>
                  <a:lnTo>
                    <a:pt x="741852" y="1666837"/>
                  </a:lnTo>
                  <a:lnTo>
                    <a:pt x="788600" y="1670760"/>
                  </a:lnTo>
                  <a:lnTo>
                    <a:pt x="836041" y="1672083"/>
                  </a:lnTo>
                  <a:lnTo>
                    <a:pt x="883483" y="1670760"/>
                  </a:lnTo>
                  <a:lnTo>
                    <a:pt x="930231" y="1666837"/>
                  </a:lnTo>
                  <a:lnTo>
                    <a:pt x="976214" y="1660384"/>
                  </a:lnTo>
                  <a:lnTo>
                    <a:pt x="1021361" y="1651472"/>
                  </a:lnTo>
                  <a:lnTo>
                    <a:pt x="1065602" y="1640173"/>
                  </a:lnTo>
                  <a:lnTo>
                    <a:pt x="1108867" y="1626556"/>
                  </a:lnTo>
                  <a:lnTo>
                    <a:pt x="1151084" y="1610692"/>
                  </a:lnTo>
                  <a:lnTo>
                    <a:pt x="1192184" y="1592651"/>
                  </a:lnTo>
                  <a:lnTo>
                    <a:pt x="1232095" y="1572505"/>
                  </a:lnTo>
                  <a:lnTo>
                    <a:pt x="1270748" y="1550323"/>
                  </a:lnTo>
                  <a:lnTo>
                    <a:pt x="1308071" y="1526177"/>
                  </a:lnTo>
                  <a:lnTo>
                    <a:pt x="1343993" y="1500137"/>
                  </a:lnTo>
                  <a:lnTo>
                    <a:pt x="1378446" y="1472273"/>
                  </a:lnTo>
                  <a:lnTo>
                    <a:pt x="1411357" y="1442656"/>
                  </a:lnTo>
                  <a:lnTo>
                    <a:pt x="1442656" y="1411357"/>
                  </a:lnTo>
                  <a:lnTo>
                    <a:pt x="1472273" y="1378446"/>
                  </a:lnTo>
                  <a:lnTo>
                    <a:pt x="1500137" y="1343993"/>
                  </a:lnTo>
                  <a:lnTo>
                    <a:pt x="1526177" y="1308071"/>
                  </a:lnTo>
                  <a:lnTo>
                    <a:pt x="1550323" y="1270748"/>
                  </a:lnTo>
                  <a:lnTo>
                    <a:pt x="1572505" y="1232095"/>
                  </a:lnTo>
                  <a:lnTo>
                    <a:pt x="1592651" y="1192184"/>
                  </a:lnTo>
                  <a:lnTo>
                    <a:pt x="1610692" y="1151084"/>
                  </a:lnTo>
                  <a:lnTo>
                    <a:pt x="1626556" y="1108867"/>
                  </a:lnTo>
                  <a:lnTo>
                    <a:pt x="1640173" y="1065602"/>
                  </a:lnTo>
                  <a:lnTo>
                    <a:pt x="1651472" y="1021361"/>
                  </a:lnTo>
                  <a:lnTo>
                    <a:pt x="1660384" y="976214"/>
                  </a:lnTo>
                  <a:lnTo>
                    <a:pt x="1666837" y="930231"/>
                  </a:lnTo>
                  <a:lnTo>
                    <a:pt x="1670760" y="883483"/>
                  </a:lnTo>
                  <a:lnTo>
                    <a:pt x="1672083" y="836041"/>
                  </a:lnTo>
                  <a:lnTo>
                    <a:pt x="1670760" y="788600"/>
                  </a:lnTo>
                  <a:lnTo>
                    <a:pt x="1666837" y="741852"/>
                  </a:lnTo>
                  <a:lnTo>
                    <a:pt x="1660384" y="695869"/>
                  </a:lnTo>
                  <a:lnTo>
                    <a:pt x="1651472" y="650722"/>
                  </a:lnTo>
                  <a:lnTo>
                    <a:pt x="1640173" y="606481"/>
                  </a:lnTo>
                  <a:lnTo>
                    <a:pt x="1626556" y="563216"/>
                  </a:lnTo>
                  <a:lnTo>
                    <a:pt x="1610692" y="520999"/>
                  </a:lnTo>
                  <a:lnTo>
                    <a:pt x="1592651" y="479899"/>
                  </a:lnTo>
                  <a:lnTo>
                    <a:pt x="1572505" y="439988"/>
                  </a:lnTo>
                  <a:lnTo>
                    <a:pt x="1550323" y="401335"/>
                  </a:lnTo>
                  <a:lnTo>
                    <a:pt x="1526177" y="364012"/>
                  </a:lnTo>
                  <a:lnTo>
                    <a:pt x="1500137" y="328089"/>
                  </a:lnTo>
                  <a:lnTo>
                    <a:pt x="1472273" y="293637"/>
                  </a:lnTo>
                  <a:lnTo>
                    <a:pt x="1442656" y="260726"/>
                  </a:lnTo>
                  <a:lnTo>
                    <a:pt x="1411357" y="229427"/>
                  </a:lnTo>
                  <a:lnTo>
                    <a:pt x="1378446" y="199810"/>
                  </a:lnTo>
                  <a:lnTo>
                    <a:pt x="1343993" y="171946"/>
                  </a:lnTo>
                  <a:lnTo>
                    <a:pt x="1308071" y="145906"/>
                  </a:lnTo>
                  <a:lnTo>
                    <a:pt x="1270748" y="121759"/>
                  </a:lnTo>
                  <a:lnTo>
                    <a:pt x="1232095" y="99578"/>
                  </a:lnTo>
                  <a:lnTo>
                    <a:pt x="1192184" y="79431"/>
                  </a:lnTo>
                  <a:lnTo>
                    <a:pt x="1151084" y="61391"/>
                  </a:lnTo>
                  <a:lnTo>
                    <a:pt x="1108867" y="45527"/>
                  </a:lnTo>
                  <a:lnTo>
                    <a:pt x="1065602" y="31910"/>
                  </a:lnTo>
                  <a:lnTo>
                    <a:pt x="1021361" y="20610"/>
                  </a:lnTo>
                  <a:lnTo>
                    <a:pt x="976214" y="11699"/>
                  </a:lnTo>
                  <a:lnTo>
                    <a:pt x="930231" y="5246"/>
                  </a:lnTo>
                  <a:lnTo>
                    <a:pt x="883483" y="1323"/>
                  </a:lnTo>
                  <a:lnTo>
                    <a:pt x="836041" y="0"/>
                  </a:lnTo>
                </a:path>
              </a:pathLst>
            </a:custGeom>
            <a:ln w="285749">
              <a:solidFill>
                <a:srgbClr val="AED5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1991253" y="2956436"/>
            <a:ext cx="3294379" cy="6012180"/>
            <a:chOff x="11991253" y="2956436"/>
            <a:chExt cx="3294379" cy="6012180"/>
          </a:xfrm>
        </p:grpSpPr>
        <p:sp>
          <p:nvSpPr>
            <p:cNvPr id="11" name="object 11"/>
            <p:cNvSpPr/>
            <p:nvPr/>
          </p:nvSpPr>
          <p:spPr>
            <a:xfrm>
              <a:off x="11991253" y="3696517"/>
              <a:ext cx="3294379" cy="5272405"/>
            </a:xfrm>
            <a:custGeom>
              <a:avLst/>
              <a:gdLst/>
              <a:ahLst/>
              <a:cxnLst/>
              <a:rect l="l" t="t" r="r" b="b"/>
              <a:pathLst>
                <a:path w="3294380" h="5272405">
                  <a:moveTo>
                    <a:pt x="3294208" y="5271875"/>
                  </a:moveTo>
                  <a:lnTo>
                    <a:pt x="0" y="5271875"/>
                  </a:lnTo>
                  <a:lnTo>
                    <a:pt x="0" y="0"/>
                  </a:lnTo>
                  <a:lnTo>
                    <a:pt x="3294208" y="0"/>
                  </a:lnTo>
                  <a:lnTo>
                    <a:pt x="3294208" y="5271875"/>
                  </a:lnTo>
                  <a:close/>
                </a:path>
              </a:pathLst>
            </a:custGeom>
            <a:solidFill>
              <a:srgbClr val="DBEC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135294" y="3099320"/>
              <a:ext cx="3006090" cy="5677535"/>
            </a:xfrm>
            <a:custGeom>
              <a:avLst/>
              <a:gdLst/>
              <a:ahLst/>
              <a:cxnLst/>
              <a:rect l="l" t="t" r="r" b="b"/>
              <a:pathLst>
                <a:path w="3006090" h="5677534">
                  <a:moveTo>
                    <a:pt x="3005861" y="1375689"/>
                  </a:moveTo>
                  <a:lnTo>
                    <a:pt x="2281072" y="1142326"/>
                  </a:lnTo>
                  <a:lnTo>
                    <a:pt x="2293620" y="1108938"/>
                  </a:lnTo>
                  <a:lnTo>
                    <a:pt x="2307234" y="1065669"/>
                  </a:lnTo>
                  <a:lnTo>
                    <a:pt x="2318537" y="1021422"/>
                  </a:lnTo>
                  <a:lnTo>
                    <a:pt x="2327452" y="976274"/>
                  </a:lnTo>
                  <a:lnTo>
                    <a:pt x="2333904" y="930287"/>
                  </a:lnTo>
                  <a:lnTo>
                    <a:pt x="2337828" y="883539"/>
                  </a:lnTo>
                  <a:lnTo>
                    <a:pt x="2339149" y="836091"/>
                  </a:lnTo>
                  <a:lnTo>
                    <a:pt x="2337828" y="788644"/>
                  </a:lnTo>
                  <a:lnTo>
                    <a:pt x="2333904" y="741895"/>
                  </a:lnTo>
                  <a:lnTo>
                    <a:pt x="2327452" y="695909"/>
                  </a:lnTo>
                  <a:lnTo>
                    <a:pt x="2318537" y="650760"/>
                  </a:lnTo>
                  <a:lnTo>
                    <a:pt x="2307234" y="606513"/>
                  </a:lnTo>
                  <a:lnTo>
                    <a:pt x="2293620" y="563245"/>
                  </a:lnTo>
                  <a:lnTo>
                    <a:pt x="2277757" y="521030"/>
                  </a:lnTo>
                  <a:lnTo>
                    <a:pt x="2259711" y="479920"/>
                  </a:lnTo>
                  <a:lnTo>
                    <a:pt x="2239568" y="440016"/>
                  </a:lnTo>
                  <a:lnTo>
                    <a:pt x="2217382" y="401358"/>
                  </a:lnTo>
                  <a:lnTo>
                    <a:pt x="2193239" y="364032"/>
                  </a:lnTo>
                  <a:lnTo>
                    <a:pt x="2167191" y="328104"/>
                  </a:lnTo>
                  <a:lnTo>
                    <a:pt x="2139327" y="293649"/>
                  </a:lnTo>
                  <a:lnTo>
                    <a:pt x="2109711" y="260743"/>
                  </a:lnTo>
                  <a:lnTo>
                    <a:pt x="2078405" y="229438"/>
                  </a:lnTo>
                  <a:lnTo>
                    <a:pt x="2045500" y="199821"/>
                  </a:lnTo>
                  <a:lnTo>
                    <a:pt x="2011045" y="171958"/>
                  </a:lnTo>
                  <a:lnTo>
                    <a:pt x="1975116" y="145910"/>
                  </a:lnTo>
                  <a:lnTo>
                    <a:pt x="1937791" y="121767"/>
                  </a:lnTo>
                  <a:lnTo>
                    <a:pt x="1899132" y="99580"/>
                  </a:lnTo>
                  <a:lnTo>
                    <a:pt x="1859216" y="79438"/>
                  </a:lnTo>
                  <a:lnTo>
                    <a:pt x="1818119" y="61391"/>
                  </a:lnTo>
                  <a:lnTo>
                    <a:pt x="1775904" y="45529"/>
                  </a:lnTo>
                  <a:lnTo>
                    <a:pt x="1732635" y="31915"/>
                  </a:lnTo>
                  <a:lnTo>
                    <a:pt x="1688388" y="20612"/>
                  </a:lnTo>
                  <a:lnTo>
                    <a:pt x="1643240" y="11696"/>
                  </a:lnTo>
                  <a:lnTo>
                    <a:pt x="1597253" y="5245"/>
                  </a:lnTo>
                  <a:lnTo>
                    <a:pt x="1550504" y="1320"/>
                  </a:lnTo>
                  <a:lnTo>
                    <a:pt x="1503057" y="0"/>
                  </a:lnTo>
                  <a:lnTo>
                    <a:pt x="1455610" y="1320"/>
                  </a:lnTo>
                  <a:lnTo>
                    <a:pt x="1408861" y="5245"/>
                  </a:lnTo>
                  <a:lnTo>
                    <a:pt x="1362875" y="11696"/>
                  </a:lnTo>
                  <a:lnTo>
                    <a:pt x="1317726" y="20612"/>
                  </a:lnTo>
                  <a:lnTo>
                    <a:pt x="1273479" y="31915"/>
                  </a:lnTo>
                  <a:lnTo>
                    <a:pt x="1230210" y="45529"/>
                  </a:lnTo>
                  <a:lnTo>
                    <a:pt x="1187996" y="61391"/>
                  </a:lnTo>
                  <a:lnTo>
                    <a:pt x="1146886" y="79438"/>
                  </a:lnTo>
                  <a:lnTo>
                    <a:pt x="1106982" y="99580"/>
                  </a:lnTo>
                  <a:lnTo>
                    <a:pt x="1068324" y="121767"/>
                  </a:lnTo>
                  <a:lnTo>
                    <a:pt x="1030998" y="145910"/>
                  </a:lnTo>
                  <a:lnTo>
                    <a:pt x="995070" y="171958"/>
                  </a:lnTo>
                  <a:lnTo>
                    <a:pt x="960615" y="199821"/>
                  </a:lnTo>
                  <a:lnTo>
                    <a:pt x="927709" y="229438"/>
                  </a:lnTo>
                  <a:lnTo>
                    <a:pt x="896404" y="260743"/>
                  </a:lnTo>
                  <a:lnTo>
                    <a:pt x="866787" y="293649"/>
                  </a:lnTo>
                  <a:lnTo>
                    <a:pt x="838923" y="328104"/>
                  </a:lnTo>
                  <a:lnTo>
                    <a:pt x="812876" y="364032"/>
                  </a:lnTo>
                  <a:lnTo>
                    <a:pt x="788733" y="401358"/>
                  </a:lnTo>
                  <a:lnTo>
                    <a:pt x="766546" y="440016"/>
                  </a:lnTo>
                  <a:lnTo>
                    <a:pt x="746404" y="479920"/>
                  </a:lnTo>
                  <a:lnTo>
                    <a:pt x="728357" y="521030"/>
                  </a:lnTo>
                  <a:lnTo>
                    <a:pt x="712495" y="563245"/>
                  </a:lnTo>
                  <a:lnTo>
                    <a:pt x="698881" y="606513"/>
                  </a:lnTo>
                  <a:lnTo>
                    <a:pt x="687578" y="650760"/>
                  </a:lnTo>
                  <a:lnTo>
                    <a:pt x="678662" y="695909"/>
                  </a:lnTo>
                  <a:lnTo>
                    <a:pt x="672211" y="741895"/>
                  </a:lnTo>
                  <a:lnTo>
                    <a:pt x="668286" y="788644"/>
                  </a:lnTo>
                  <a:lnTo>
                    <a:pt x="666965" y="836091"/>
                  </a:lnTo>
                  <a:lnTo>
                    <a:pt x="668286" y="883539"/>
                  </a:lnTo>
                  <a:lnTo>
                    <a:pt x="672211" y="930287"/>
                  </a:lnTo>
                  <a:lnTo>
                    <a:pt x="678662" y="976274"/>
                  </a:lnTo>
                  <a:lnTo>
                    <a:pt x="687578" y="1021422"/>
                  </a:lnTo>
                  <a:lnTo>
                    <a:pt x="698881" y="1065669"/>
                  </a:lnTo>
                  <a:lnTo>
                    <a:pt x="712495" y="1108938"/>
                  </a:lnTo>
                  <a:lnTo>
                    <a:pt x="725004" y="1142263"/>
                  </a:lnTo>
                  <a:lnTo>
                    <a:pt x="0" y="1375689"/>
                  </a:lnTo>
                  <a:lnTo>
                    <a:pt x="0" y="5677179"/>
                  </a:lnTo>
                  <a:lnTo>
                    <a:pt x="3005861" y="5677179"/>
                  </a:lnTo>
                  <a:lnTo>
                    <a:pt x="3005861" y="1375689"/>
                  </a:lnTo>
                  <a:close/>
                </a:path>
              </a:pathLst>
            </a:custGeom>
            <a:solidFill>
              <a:srgbClr val="AED5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802263" y="3099311"/>
              <a:ext cx="1672589" cy="1672589"/>
            </a:xfrm>
            <a:custGeom>
              <a:avLst/>
              <a:gdLst/>
              <a:ahLst/>
              <a:cxnLst/>
              <a:rect l="l" t="t" r="r" b="b"/>
              <a:pathLst>
                <a:path w="1672590" h="1672589">
                  <a:moveTo>
                    <a:pt x="836041" y="0"/>
                  </a:moveTo>
                  <a:lnTo>
                    <a:pt x="788600" y="1323"/>
                  </a:lnTo>
                  <a:lnTo>
                    <a:pt x="741852" y="5246"/>
                  </a:lnTo>
                  <a:lnTo>
                    <a:pt x="695869" y="11699"/>
                  </a:lnTo>
                  <a:lnTo>
                    <a:pt x="650722" y="20610"/>
                  </a:lnTo>
                  <a:lnTo>
                    <a:pt x="606481" y="31910"/>
                  </a:lnTo>
                  <a:lnTo>
                    <a:pt x="563216" y="45527"/>
                  </a:lnTo>
                  <a:lnTo>
                    <a:pt x="520999" y="61391"/>
                  </a:lnTo>
                  <a:lnTo>
                    <a:pt x="479899" y="79431"/>
                  </a:lnTo>
                  <a:lnTo>
                    <a:pt x="439988" y="99578"/>
                  </a:lnTo>
                  <a:lnTo>
                    <a:pt x="401335" y="121759"/>
                  </a:lnTo>
                  <a:lnTo>
                    <a:pt x="364012" y="145906"/>
                  </a:lnTo>
                  <a:lnTo>
                    <a:pt x="328089" y="171946"/>
                  </a:lnTo>
                  <a:lnTo>
                    <a:pt x="293637" y="199810"/>
                  </a:lnTo>
                  <a:lnTo>
                    <a:pt x="260726" y="229427"/>
                  </a:lnTo>
                  <a:lnTo>
                    <a:pt x="229427" y="260726"/>
                  </a:lnTo>
                  <a:lnTo>
                    <a:pt x="199810" y="293637"/>
                  </a:lnTo>
                  <a:lnTo>
                    <a:pt x="171946" y="328089"/>
                  </a:lnTo>
                  <a:lnTo>
                    <a:pt x="145906" y="364012"/>
                  </a:lnTo>
                  <a:lnTo>
                    <a:pt x="121759" y="401335"/>
                  </a:lnTo>
                  <a:lnTo>
                    <a:pt x="99578" y="439988"/>
                  </a:lnTo>
                  <a:lnTo>
                    <a:pt x="79431" y="479899"/>
                  </a:lnTo>
                  <a:lnTo>
                    <a:pt x="61391" y="520999"/>
                  </a:lnTo>
                  <a:lnTo>
                    <a:pt x="45527" y="563216"/>
                  </a:lnTo>
                  <a:lnTo>
                    <a:pt x="31910" y="606481"/>
                  </a:lnTo>
                  <a:lnTo>
                    <a:pt x="20610" y="650722"/>
                  </a:lnTo>
                  <a:lnTo>
                    <a:pt x="11699" y="695869"/>
                  </a:lnTo>
                  <a:lnTo>
                    <a:pt x="5246" y="741852"/>
                  </a:lnTo>
                  <a:lnTo>
                    <a:pt x="1323" y="788600"/>
                  </a:lnTo>
                  <a:lnTo>
                    <a:pt x="0" y="836041"/>
                  </a:lnTo>
                  <a:lnTo>
                    <a:pt x="1323" y="883483"/>
                  </a:lnTo>
                  <a:lnTo>
                    <a:pt x="5246" y="930231"/>
                  </a:lnTo>
                  <a:lnTo>
                    <a:pt x="11699" y="976214"/>
                  </a:lnTo>
                  <a:lnTo>
                    <a:pt x="20610" y="1021361"/>
                  </a:lnTo>
                  <a:lnTo>
                    <a:pt x="31910" y="1065602"/>
                  </a:lnTo>
                  <a:lnTo>
                    <a:pt x="45527" y="1108867"/>
                  </a:lnTo>
                  <a:lnTo>
                    <a:pt x="61391" y="1151084"/>
                  </a:lnTo>
                  <a:lnTo>
                    <a:pt x="79431" y="1192184"/>
                  </a:lnTo>
                  <a:lnTo>
                    <a:pt x="99578" y="1232095"/>
                  </a:lnTo>
                  <a:lnTo>
                    <a:pt x="121759" y="1270748"/>
                  </a:lnTo>
                  <a:lnTo>
                    <a:pt x="145906" y="1308071"/>
                  </a:lnTo>
                  <a:lnTo>
                    <a:pt x="171946" y="1343993"/>
                  </a:lnTo>
                  <a:lnTo>
                    <a:pt x="199810" y="1378446"/>
                  </a:lnTo>
                  <a:lnTo>
                    <a:pt x="229427" y="1411357"/>
                  </a:lnTo>
                  <a:lnTo>
                    <a:pt x="260726" y="1442656"/>
                  </a:lnTo>
                  <a:lnTo>
                    <a:pt x="293637" y="1472273"/>
                  </a:lnTo>
                  <a:lnTo>
                    <a:pt x="328089" y="1500137"/>
                  </a:lnTo>
                  <a:lnTo>
                    <a:pt x="364012" y="1526177"/>
                  </a:lnTo>
                  <a:lnTo>
                    <a:pt x="401335" y="1550323"/>
                  </a:lnTo>
                  <a:lnTo>
                    <a:pt x="439988" y="1572505"/>
                  </a:lnTo>
                  <a:lnTo>
                    <a:pt x="479899" y="1592651"/>
                  </a:lnTo>
                  <a:lnTo>
                    <a:pt x="520999" y="1610692"/>
                  </a:lnTo>
                  <a:lnTo>
                    <a:pt x="563216" y="1626556"/>
                  </a:lnTo>
                  <a:lnTo>
                    <a:pt x="606481" y="1640173"/>
                  </a:lnTo>
                  <a:lnTo>
                    <a:pt x="650722" y="1651472"/>
                  </a:lnTo>
                  <a:lnTo>
                    <a:pt x="695869" y="1660384"/>
                  </a:lnTo>
                  <a:lnTo>
                    <a:pt x="741852" y="1666837"/>
                  </a:lnTo>
                  <a:lnTo>
                    <a:pt x="788600" y="1670760"/>
                  </a:lnTo>
                  <a:lnTo>
                    <a:pt x="836041" y="1672083"/>
                  </a:lnTo>
                  <a:lnTo>
                    <a:pt x="883483" y="1670760"/>
                  </a:lnTo>
                  <a:lnTo>
                    <a:pt x="930231" y="1666837"/>
                  </a:lnTo>
                  <a:lnTo>
                    <a:pt x="976214" y="1660384"/>
                  </a:lnTo>
                  <a:lnTo>
                    <a:pt x="1021361" y="1651472"/>
                  </a:lnTo>
                  <a:lnTo>
                    <a:pt x="1065602" y="1640173"/>
                  </a:lnTo>
                  <a:lnTo>
                    <a:pt x="1108867" y="1626556"/>
                  </a:lnTo>
                  <a:lnTo>
                    <a:pt x="1151084" y="1610692"/>
                  </a:lnTo>
                  <a:lnTo>
                    <a:pt x="1192184" y="1592651"/>
                  </a:lnTo>
                  <a:lnTo>
                    <a:pt x="1232095" y="1572505"/>
                  </a:lnTo>
                  <a:lnTo>
                    <a:pt x="1270748" y="1550323"/>
                  </a:lnTo>
                  <a:lnTo>
                    <a:pt x="1308071" y="1526177"/>
                  </a:lnTo>
                  <a:lnTo>
                    <a:pt x="1343993" y="1500137"/>
                  </a:lnTo>
                  <a:lnTo>
                    <a:pt x="1378446" y="1472273"/>
                  </a:lnTo>
                  <a:lnTo>
                    <a:pt x="1411357" y="1442656"/>
                  </a:lnTo>
                  <a:lnTo>
                    <a:pt x="1442656" y="1411357"/>
                  </a:lnTo>
                  <a:lnTo>
                    <a:pt x="1472273" y="1378446"/>
                  </a:lnTo>
                  <a:lnTo>
                    <a:pt x="1500137" y="1343993"/>
                  </a:lnTo>
                  <a:lnTo>
                    <a:pt x="1526177" y="1308071"/>
                  </a:lnTo>
                  <a:lnTo>
                    <a:pt x="1550323" y="1270748"/>
                  </a:lnTo>
                  <a:lnTo>
                    <a:pt x="1572505" y="1232095"/>
                  </a:lnTo>
                  <a:lnTo>
                    <a:pt x="1592651" y="1192184"/>
                  </a:lnTo>
                  <a:lnTo>
                    <a:pt x="1610692" y="1151084"/>
                  </a:lnTo>
                  <a:lnTo>
                    <a:pt x="1626556" y="1108867"/>
                  </a:lnTo>
                  <a:lnTo>
                    <a:pt x="1640173" y="1065602"/>
                  </a:lnTo>
                  <a:lnTo>
                    <a:pt x="1651472" y="1021361"/>
                  </a:lnTo>
                  <a:lnTo>
                    <a:pt x="1660384" y="976214"/>
                  </a:lnTo>
                  <a:lnTo>
                    <a:pt x="1666837" y="930231"/>
                  </a:lnTo>
                  <a:lnTo>
                    <a:pt x="1670760" y="883483"/>
                  </a:lnTo>
                  <a:lnTo>
                    <a:pt x="1672083" y="836041"/>
                  </a:lnTo>
                  <a:lnTo>
                    <a:pt x="1670760" y="788600"/>
                  </a:lnTo>
                  <a:lnTo>
                    <a:pt x="1666837" y="741852"/>
                  </a:lnTo>
                  <a:lnTo>
                    <a:pt x="1660384" y="695869"/>
                  </a:lnTo>
                  <a:lnTo>
                    <a:pt x="1651472" y="650722"/>
                  </a:lnTo>
                  <a:lnTo>
                    <a:pt x="1640173" y="606481"/>
                  </a:lnTo>
                  <a:lnTo>
                    <a:pt x="1626556" y="563216"/>
                  </a:lnTo>
                  <a:lnTo>
                    <a:pt x="1610692" y="520999"/>
                  </a:lnTo>
                  <a:lnTo>
                    <a:pt x="1592651" y="479899"/>
                  </a:lnTo>
                  <a:lnTo>
                    <a:pt x="1572505" y="439988"/>
                  </a:lnTo>
                  <a:lnTo>
                    <a:pt x="1550323" y="401335"/>
                  </a:lnTo>
                  <a:lnTo>
                    <a:pt x="1526177" y="364012"/>
                  </a:lnTo>
                  <a:lnTo>
                    <a:pt x="1500137" y="328089"/>
                  </a:lnTo>
                  <a:lnTo>
                    <a:pt x="1472273" y="293637"/>
                  </a:lnTo>
                  <a:lnTo>
                    <a:pt x="1442656" y="260726"/>
                  </a:lnTo>
                  <a:lnTo>
                    <a:pt x="1411357" y="229427"/>
                  </a:lnTo>
                  <a:lnTo>
                    <a:pt x="1378446" y="199810"/>
                  </a:lnTo>
                  <a:lnTo>
                    <a:pt x="1343993" y="171946"/>
                  </a:lnTo>
                  <a:lnTo>
                    <a:pt x="1308071" y="145906"/>
                  </a:lnTo>
                  <a:lnTo>
                    <a:pt x="1270748" y="121759"/>
                  </a:lnTo>
                  <a:lnTo>
                    <a:pt x="1232095" y="99578"/>
                  </a:lnTo>
                  <a:lnTo>
                    <a:pt x="1192184" y="79431"/>
                  </a:lnTo>
                  <a:lnTo>
                    <a:pt x="1151084" y="61391"/>
                  </a:lnTo>
                  <a:lnTo>
                    <a:pt x="1108867" y="45527"/>
                  </a:lnTo>
                  <a:lnTo>
                    <a:pt x="1065602" y="31910"/>
                  </a:lnTo>
                  <a:lnTo>
                    <a:pt x="1021361" y="20610"/>
                  </a:lnTo>
                  <a:lnTo>
                    <a:pt x="976214" y="11699"/>
                  </a:lnTo>
                  <a:lnTo>
                    <a:pt x="930231" y="5246"/>
                  </a:lnTo>
                  <a:lnTo>
                    <a:pt x="883483" y="1323"/>
                  </a:lnTo>
                  <a:lnTo>
                    <a:pt x="836041" y="0"/>
                  </a:lnTo>
                </a:path>
              </a:pathLst>
            </a:custGeom>
            <a:ln w="285749">
              <a:solidFill>
                <a:srgbClr val="DBEC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0738" y="3614836"/>
            <a:ext cx="619124" cy="6953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15304" y="3684001"/>
            <a:ext cx="581024" cy="58102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318585" y="3660911"/>
            <a:ext cx="647699" cy="504824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0" y="10109148"/>
            <a:ext cx="1517015" cy="178435"/>
          </a:xfrm>
          <a:custGeom>
            <a:avLst/>
            <a:gdLst/>
            <a:ahLst/>
            <a:cxnLst/>
            <a:rect l="l" t="t" r="r" b="b"/>
            <a:pathLst>
              <a:path w="1517015" h="178434">
                <a:moveTo>
                  <a:pt x="1477695" y="148831"/>
                </a:moveTo>
                <a:lnTo>
                  <a:pt x="0" y="148831"/>
                </a:lnTo>
                <a:lnTo>
                  <a:pt x="0" y="177863"/>
                </a:lnTo>
                <a:lnTo>
                  <a:pt x="1467726" y="177863"/>
                </a:lnTo>
                <a:lnTo>
                  <a:pt x="1469694" y="172364"/>
                </a:lnTo>
                <a:lnTo>
                  <a:pt x="1472425" y="164528"/>
                </a:lnTo>
                <a:lnTo>
                  <a:pt x="1475079" y="156692"/>
                </a:lnTo>
                <a:lnTo>
                  <a:pt x="1477695" y="148831"/>
                </a:lnTo>
                <a:close/>
              </a:path>
              <a:path w="1517015" h="178434">
                <a:moveTo>
                  <a:pt x="1499844" y="74460"/>
                </a:moveTo>
                <a:lnTo>
                  <a:pt x="0" y="74460"/>
                </a:lnTo>
                <a:lnTo>
                  <a:pt x="0" y="105714"/>
                </a:lnTo>
                <a:lnTo>
                  <a:pt x="1491183" y="105714"/>
                </a:lnTo>
                <a:lnTo>
                  <a:pt x="1493393" y="97917"/>
                </a:lnTo>
                <a:lnTo>
                  <a:pt x="1495577" y="90119"/>
                </a:lnTo>
                <a:lnTo>
                  <a:pt x="1497723" y="82296"/>
                </a:lnTo>
                <a:lnTo>
                  <a:pt x="1499844" y="74460"/>
                </a:lnTo>
                <a:close/>
              </a:path>
              <a:path w="1517015" h="178434">
                <a:moveTo>
                  <a:pt x="1516913" y="0"/>
                </a:moveTo>
                <a:lnTo>
                  <a:pt x="0" y="0"/>
                </a:lnTo>
                <a:lnTo>
                  <a:pt x="0" y="31254"/>
                </a:lnTo>
                <a:lnTo>
                  <a:pt x="1510322" y="31254"/>
                </a:lnTo>
                <a:lnTo>
                  <a:pt x="1512023" y="23456"/>
                </a:lnTo>
                <a:lnTo>
                  <a:pt x="1513674" y="15659"/>
                </a:lnTo>
                <a:lnTo>
                  <a:pt x="1515300" y="7835"/>
                </a:lnTo>
                <a:lnTo>
                  <a:pt x="1516913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0" y="9959873"/>
            <a:ext cx="1536700" cy="106680"/>
          </a:xfrm>
          <a:custGeom>
            <a:avLst/>
            <a:gdLst/>
            <a:ahLst/>
            <a:cxnLst/>
            <a:rect l="l" t="t" r="r" b="b"/>
            <a:pathLst>
              <a:path w="1536700" h="106679">
                <a:moveTo>
                  <a:pt x="1528635" y="74930"/>
                </a:moveTo>
                <a:lnTo>
                  <a:pt x="0" y="74930"/>
                </a:lnTo>
                <a:lnTo>
                  <a:pt x="0" y="82550"/>
                </a:lnTo>
                <a:lnTo>
                  <a:pt x="0" y="90170"/>
                </a:lnTo>
                <a:lnTo>
                  <a:pt x="0" y="97790"/>
                </a:lnTo>
                <a:lnTo>
                  <a:pt x="0" y="106680"/>
                </a:lnTo>
                <a:lnTo>
                  <a:pt x="1525168" y="106680"/>
                </a:lnTo>
                <a:lnTo>
                  <a:pt x="1525168" y="97790"/>
                </a:lnTo>
                <a:lnTo>
                  <a:pt x="1526425" y="97790"/>
                </a:lnTo>
                <a:lnTo>
                  <a:pt x="1526425" y="90170"/>
                </a:lnTo>
                <a:lnTo>
                  <a:pt x="1527556" y="90170"/>
                </a:lnTo>
                <a:lnTo>
                  <a:pt x="1527556" y="82550"/>
                </a:lnTo>
                <a:lnTo>
                  <a:pt x="1528635" y="82550"/>
                </a:lnTo>
                <a:lnTo>
                  <a:pt x="1528635" y="74930"/>
                </a:lnTo>
                <a:close/>
              </a:path>
              <a:path w="1536700" h="106679">
                <a:moveTo>
                  <a:pt x="1536598" y="0"/>
                </a:moveTo>
                <a:lnTo>
                  <a:pt x="0" y="0"/>
                </a:lnTo>
                <a:lnTo>
                  <a:pt x="0" y="8890"/>
                </a:lnTo>
                <a:lnTo>
                  <a:pt x="0" y="16510"/>
                </a:lnTo>
                <a:lnTo>
                  <a:pt x="0" y="24130"/>
                </a:lnTo>
                <a:lnTo>
                  <a:pt x="0" y="31750"/>
                </a:lnTo>
                <a:lnTo>
                  <a:pt x="1534553" y="31750"/>
                </a:lnTo>
                <a:lnTo>
                  <a:pt x="1534553" y="24130"/>
                </a:lnTo>
                <a:lnTo>
                  <a:pt x="1535277" y="24130"/>
                </a:lnTo>
                <a:lnTo>
                  <a:pt x="1535277" y="16510"/>
                </a:lnTo>
                <a:lnTo>
                  <a:pt x="1535938" y="16510"/>
                </a:lnTo>
                <a:lnTo>
                  <a:pt x="1535938" y="8890"/>
                </a:lnTo>
                <a:lnTo>
                  <a:pt x="1536598" y="8890"/>
                </a:lnTo>
                <a:lnTo>
                  <a:pt x="1536598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0" y="9886212"/>
            <a:ext cx="1540510" cy="31750"/>
          </a:xfrm>
          <a:custGeom>
            <a:avLst/>
            <a:gdLst/>
            <a:ahLst/>
            <a:cxnLst/>
            <a:rect l="l" t="t" r="r" b="b"/>
            <a:pathLst>
              <a:path w="1540510" h="31750">
                <a:moveTo>
                  <a:pt x="1540205" y="0"/>
                </a:moveTo>
                <a:lnTo>
                  <a:pt x="0" y="0"/>
                </a:lnTo>
                <a:lnTo>
                  <a:pt x="0" y="7620"/>
                </a:lnTo>
                <a:lnTo>
                  <a:pt x="0" y="16510"/>
                </a:lnTo>
                <a:lnTo>
                  <a:pt x="0" y="24130"/>
                </a:lnTo>
                <a:lnTo>
                  <a:pt x="0" y="31750"/>
                </a:lnTo>
                <a:lnTo>
                  <a:pt x="1539570" y="31750"/>
                </a:lnTo>
                <a:lnTo>
                  <a:pt x="1539570" y="24130"/>
                </a:lnTo>
                <a:lnTo>
                  <a:pt x="1539824" y="24130"/>
                </a:lnTo>
                <a:lnTo>
                  <a:pt x="1539824" y="16510"/>
                </a:lnTo>
                <a:lnTo>
                  <a:pt x="1540040" y="16510"/>
                </a:lnTo>
                <a:lnTo>
                  <a:pt x="1540040" y="7620"/>
                </a:lnTo>
                <a:lnTo>
                  <a:pt x="1540205" y="7620"/>
                </a:lnTo>
                <a:lnTo>
                  <a:pt x="1540205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0" y="8919006"/>
            <a:ext cx="1212215" cy="106045"/>
          </a:xfrm>
          <a:custGeom>
            <a:avLst/>
            <a:gdLst/>
            <a:ahLst/>
            <a:cxnLst/>
            <a:rect l="l" t="t" r="r" b="b"/>
            <a:pathLst>
              <a:path w="1212215" h="106045">
                <a:moveTo>
                  <a:pt x="1137335" y="31280"/>
                </a:moveTo>
                <a:lnTo>
                  <a:pt x="1128598" y="23342"/>
                </a:lnTo>
                <a:lnTo>
                  <a:pt x="1119809" y="15468"/>
                </a:lnTo>
                <a:lnTo>
                  <a:pt x="1110932" y="7696"/>
                </a:lnTo>
                <a:lnTo>
                  <a:pt x="1101966" y="0"/>
                </a:lnTo>
                <a:lnTo>
                  <a:pt x="0" y="0"/>
                </a:lnTo>
                <a:lnTo>
                  <a:pt x="0" y="31280"/>
                </a:lnTo>
                <a:lnTo>
                  <a:pt x="1137335" y="31280"/>
                </a:lnTo>
                <a:close/>
              </a:path>
              <a:path w="1212215" h="106045">
                <a:moveTo>
                  <a:pt x="1211897" y="105676"/>
                </a:moveTo>
                <a:lnTo>
                  <a:pt x="1204531" y="97790"/>
                </a:lnTo>
                <a:lnTo>
                  <a:pt x="1197114" y="89954"/>
                </a:lnTo>
                <a:lnTo>
                  <a:pt x="1189647" y="82169"/>
                </a:lnTo>
                <a:lnTo>
                  <a:pt x="1182141" y="74422"/>
                </a:lnTo>
                <a:lnTo>
                  <a:pt x="0" y="74422"/>
                </a:lnTo>
                <a:lnTo>
                  <a:pt x="0" y="105676"/>
                </a:lnTo>
                <a:lnTo>
                  <a:pt x="1211897" y="105676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0" y="9067888"/>
            <a:ext cx="1329690" cy="106045"/>
          </a:xfrm>
          <a:custGeom>
            <a:avLst/>
            <a:gdLst/>
            <a:ahLst/>
            <a:cxnLst/>
            <a:rect l="l" t="t" r="r" b="b"/>
            <a:pathLst>
              <a:path w="1329690" h="106045">
                <a:moveTo>
                  <a:pt x="1275219" y="31254"/>
                </a:moveTo>
                <a:lnTo>
                  <a:pt x="1268945" y="23368"/>
                </a:lnTo>
                <a:lnTo>
                  <a:pt x="1262621" y="15532"/>
                </a:lnTo>
                <a:lnTo>
                  <a:pt x="1256233" y="7747"/>
                </a:lnTo>
                <a:lnTo>
                  <a:pt x="1249819" y="0"/>
                </a:lnTo>
                <a:lnTo>
                  <a:pt x="0" y="0"/>
                </a:lnTo>
                <a:lnTo>
                  <a:pt x="0" y="31254"/>
                </a:lnTo>
                <a:lnTo>
                  <a:pt x="1275219" y="31254"/>
                </a:lnTo>
                <a:close/>
              </a:path>
              <a:path w="1329690" h="106045">
                <a:moveTo>
                  <a:pt x="1329283" y="105714"/>
                </a:moveTo>
                <a:lnTo>
                  <a:pt x="1323936" y="97815"/>
                </a:lnTo>
                <a:lnTo>
                  <a:pt x="1318564" y="89954"/>
                </a:lnTo>
                <a:lnTo>
                  <a:pt x="1313116" y="82143"/>
                </a:lnTo>
                <a:lnTo>
                  <a:pt x="1307592" y="74383"/>
                </a:lnTo>
                <a:lnTo>
                  <a:pt x="0" y="74383"/>
                </a:lnTo>
                <a:lnTo>
                  <a:pt x="0" y="105714"/>
                </a:lnTo>
                <a:lnTo>
                  <a:pt x="1329283" y="105714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0" y="8844577"/>
            <a:ext cx="1049020" cy="31750"/>
          </a:xfrm>
          <a:custGeom>
            <a:avLst/>
            <a:gdLst/>
            <a:ahLst/>
            <a:cxnLst/>
            <a:rect l="l" t="t" r="r" b="b"/>
            <a:pathLst>
              <a:path w="1049020" h="31750">
                <a:moveTo>
                  <a:pt x="1048414" y="31259"/>
                </a:moveTo>
                <a:lnTo>
                  <a:pt x="0" y="31259"/>
                </a:lnTo>
                <a:lnTo>
                  <a:pt x="0" y="0"/>
                </a:lnTo>
                <a:lnTo>
                  <a:pt x="1005372" y="0"/>
                </a:lnTo>
                <a:lnTo>
                  <a:pt x="1016272" y="7646"/>
                </a:lnTo>
                <a:lnTo>
                  <a:pt x="1027079" y="15406"/>
                </a:lnTo>
                <a:lnTo>
                  <a:pt x="1037793" y="23278"/>
                </a:lnTo>
                <a:lnTo>
                  <a:pt x="1048414" y="31259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0" y="9812552"/>
            <a:ext cx="1540510" cy="30480"/>
          </a:xfrm>
          <a:custGeom>
            <a:avLst/>
            <a:gdLst/>
            <a:ahLst/>
            <a:cxnLst/>
            <a:rect l="l" t="t" r="r" b="b"/>
            <a:pathLst>
              <a:path w="1540510" h="30479">
                <a:moveTo>
                  <a:pt x="1540065" y="22860"/>
                </a:moveTo>
                <a:lnTo>
                  <a:pt x="1539875" y="22860"/>
                </a:lnTo>
                <a:lnTo>
                  <a:pt x="1539875" y="15240"/>
                </a:lnTo>
                <a:lnTo>
                  <a:pt x="1539633" y="15240"/>
                </a:lnTo>
                <a:lnTo>
                  <a:pt x="1539633" y="7620"/>
                </a:lnTo>
                <a:lnTo>
                  <a:pt x="1539341" y="7620"/>
                </a:lnTo>
                <a:lnTo>
                  <a:pt x="1539341" y="0"/>
                </a:lnTo>
                <a:lnTo>
                  <a:pt x="0" y="0"/>
                </a:lnTo>
                <a:lnTo>
                  <a:pt x="0" y="7620"/>
                </a:lnTo>
                <a:lnTo>
                  <a:pt x="0" y="15240"/>
                </a:lnTo>
                <a:lnTo>
                  <a:pt x="0" y="22860"/>
                </a:lnTo>
                <a:lnTo>
                  <a:pt x="0" y="30480"/>
                </a:lnTo>
                <a:lnTo>
                  <a:pt x="1540065" y="30480"/>
                </a:lnTo>
                <a:lnTo>
                  <a:pt x="1540065" y="2286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0" y="8622677"/>
            <a:ext cx="939165" cy="179070"/>
          </a:xfrm>
          <a:custGeom>
            <a:avLst/>
            <a:gdLst/>
            <a:ahLst/>
            <a:cxnLst/>
            <a:rect l="l" t="t" r="r" b="b"/>
            <a:pathLst>
              <a:path w="939165" h="179070">
                <a:moveTo>
                  <a:pt x="568071" y="29883"/>
                </a:moveTo>
                <a:lnTo>
                  <a:pt x="515112" y="19265"/>
                </a:lnTo>
                <a:lnTo>
                  <a:pt x="461352" y="10922"/>
                </a:lnTo>
                <a:lnTo>
                  <a:pt x="406857" y="4889"/>
                </a:lnTo>
                <a:lnTo>
                  <a:pt x="351688" y="1231"/>
                </a:lnTo>
                <a:lnTo>
                  <a:pt x="295884" y="0"/>
                </a:lnTo>
                <a:lnTo>
                  <a:pt x="240106" y="1231"/>
                </a:lnTo>
                <a:lnTo>
                  <a:pt x="184962" y="4889"/>
                </a:lnTo>
                <a:lnTo>
                  <a:pt x="130479" y="10922"/>
                </a:lnTo>
                <a:lnTo>
                  <a:pt x="76733" y="19265"/>
                </a:lnTo>
                <a:lnTo>
                  <a:pt x="23774" y="29883"/>
                </a:lnTo>
                <a:lnTo>
                  <a:pt x="568071" y="29883"/>
                </a:lnTo>
                <a:close/>
              </a:path>
              <a:path w="939165" h="179070">
                <a:moveTo>
                  <a:pt x="795388" y="104305"/>
                </a:moveTo>
                <a:lnTo>
                  <a:pt x="776008" y="96012"/>
                </a:lnTo>
                <a:lnTo>
                  <a:pt x="756475" y="88036"/>
                </a:lnTo>
                <a:lnTo>
                  <a:pt x="736765" y="80378"/>
                </a:lnTo>
                <a:lnTo>
                  <a:pt x="716889" y="73050"/>
                </a:lnTo>
                <a:lnTo>
                  <a:pt x="0" y="73050"/>
                </a:lnTo>
                <a:lnTo>
                  <a:pt x="0" y="104305"/>
                </a:lnTo>
                <a:lnTo>
                  <a:pt x="795388" y="104305"/>
                </a:lnTo>
                <a:close/>
              </a:path>
              <a:path w="939165" h="179070">
                <a:moveTo>
                  <a:pt x="938911" y="178739"/>
                </a:moveTo>
                <a:lnTo>
                  <a:pt x="925360" y="170662"/>
                </a:lnTo>
                <a:lnTo>
                  <a:pt x="911707" y="162763"/>
                </a:lnTo>
                <a:lnTo>
                  <a:pt x="897940" y="155028"/>
                </a:lnTo>
                <a:lnTo>
                  <a:pt x="884072" y="147485"/>
                </a:lnTo>
                <a:lnTo>
                  <a:pt x="0" y="147485"/>
                </a:lnTo>
                <a:lnTo>
                  <a:pt x="0" y="178739"/>
                </a:lnTo>
                <a:lnTo>
                  <a:pt x="938911" y="178739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0" y="9440011"/>
            <a:ext cx="1536700" cy="329565"/>
          </a:xfrm>
          <a:custGeom>
            <a:avLst/>
            <a:gdLst/>
            <a:ahLst/>
            <a:cxnLst/>
            <a:rect l="l" t="t" r="r" b="b"/>
            <a:pathLst>
              <a:path w="1536700" h="329565">
                <a:moveTo>
                  <a:pt x="1476057" y="31254"/>
                </a:moveTo>
                <a:lnTo>
                  <a:pt x="1473428" y="23418"/>
                </a:lnTo>
                <a:lnTo>
                  <a:pt x="1470748" y="15595"/>
                </a:lnTo>
                <a:lnTo>
                  <a:pt x="1467993" y="7797"/>
                </a:lnTo>
                <a:lnTo>
                  <a:pt x="1465173" y="0"/>
                </a:lnTo>
                <a:lnTo>
                  <a:pt x="0" y="0"/>
                </a:lnTo>
                <a:lnTo>
                  <a:pt x="0" y="31254"/>
                </a:lnTo>
                <a:lnTo>
                  <a:pt x="1476057" y="31254"/>
                </a:lnTo>
                <a:close/>
              </a:path>
              <a:path w="1536700" h="329565">
                <a:moveTo>
                  <a:pt x="1498460" y="105714"/>
                </a:moveTo>
                <a:lnTo>
                  <a:pt x="1496377" y="97878"/>
                </a:lnTo>
                <a:lnTo>
                  <a:pt x="1494218" y="90055"/>
                </a:lnTo>
                <a:lnTo>
                  <a:pt x="1491996" y="82257"/>
                </a:lnTo>
                <a:lnTo>
                  <a:pt x="1489722" y="74460"/>
                </a:lnTo>
                <a:lnTo>
                  <a:pt x="0" y="74460"/>
                </a:lnTo>
                <a:lnTo>
                  <a:pt x="0" y="105714"/>
                </a:lnTo>
                <a:lnTo>
                  <a:pt x="1498460" y="105714"/>
                </a:lnTo>
                <a:close/>
              </a:path>
              <a:path w="1536700" h="329565">
                <a:moveTo>
                  <a:pt x="1515948" y="180174"/>
                </a:moveTo>
                <a:lnTo>
                  <a:pt x="1514322" y="172326"/>
                </a:lnTo>
                <a:lnTo>
                  <a:pt x="1512658" y="164477"/>
                </a:lnTo>
                <a:lnTo>
                  <a:pt x="1510944" y="156641"/>
                </a:lnTo>
                <a:lnTo>
                  <a:pt x="1509179" y="148844"/>
                </a:lnTo>
                <a:lnTo>
                  <a:pt x="0" y="148844"/>
                </a:lnTo>
                <a:lnTo>
                  <a:pt x="0" y="180174"/>
                </a:lnTo>
                <a:lnTo>
                  <a:pt x="1515948" y="180174"/>
                </a:lnTo>
                <a:close/>
              </a:path>
              <a:path w="1536700" h="329565">
                <a:moveTo>
                  <a:pt x="1527949" y="246811"/>
                </a:moveTo>
                <a:lnTo>
                  <a:pt x="1526832" y="246811"/>
                </a:lnTo>
                <a:lnTo>
                  <a:pt x="1526832" y="239191"/>
                </a:lnTo>
                <a:lnTo>
                  <a:pt x="1525676" y="239191"/>
                </a:lnTo>
                <a:lnTo>
                  <a:pt x="1525676" y="231571"/>
                </a:lnTo>
                <a:lnTo>
                  <a:pt x="1524368" y="231571"/>
                </a:lnTo>
                <a:lnTo>
                  <a:pt x="1524368" y="222681"/>
                </a:lnTo>
                <a:lnTo>
                  <a:pt x="0" y="222681"/>
                </a:lnTo>
                <a:lnTo>
                  <a:pt x="0" y="231571"/>
                </a:lnTo>
                <a:lnTo>
                  <a:pt x="0" y="239191"/>
                </a:lnTo>
                <a:lnTo>
                  <a:pt x="0" y="246811"/>
                </a:lnTo>
                <a:lnTo>
                  <a:pt x="0" y="254431"/>
                </a:lnTo>
                <a:lnTo>
                  <a:pt x="1527949" y="254431"/>
                </a:lnTo>
                <a:lnTo>
                  <a:pt x="1527949" y="246811"/>
                </a:lnTo>
                <a:close/>
              </a:path>
              <a:path w="1536700" h="329565">
                <a:moveTo>
                  <a:pt x="1536344" y="321741"/>
                </a:moveTo>
                <a:lnTo>
                  <a:pt x="1535633" y="321741"/>
                </a:lnTo>
                <a:lnTo>
                  <a:pt x="1535633" y="312851"/>
                </a:lnTo>
                <a:lnTo>
                  <a:pt x="1534871" y="312851"/>
                </a:lnTo>
                <a:lnTo>
                  <a:pt x="1534871" y="305231"/>
                </a:lnTo>
                <a:lnTo>
                  <a:pt x="1534109" y="305231"/>
                </a:lnTo>
                <a:lnTo>
                  <a:pt x="1534109" y="297611"/>
                </a:lnTo>
                <a:lnTo>
                  <a:pt x="0" y="297611"/>
                </a:lnTo>
                <a:lnTo>
                  <a:pt x="0" y="305231"/>
                </a:lnTo>
                <a:lnTo>
                  <a:pt x="0" y="312851"/>
                </a:lnTo>
                <a:lnTo>
                  <a:pt x="0" y="321741"/>
                </a:lnTo>
                <a:lnTo>
                  <a:pt x="0" y="329361"/>
                </a:lnTo>
                <a:lnTo>
                  <a:pt x="1536344" y="329361"/>
                </a:lnTo>
                <a:lnTo>
                  <a:pt x="1536344" y="321741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0" y="8527376"/>
            <a:ext cx="1469390" cy="869950"/>
          </a:xfrm>
          <a:custGeom>
            <a:avLst/>
            <a:gdLst/>
            <a:ahLst/>
            <a:cxnLst/>
            <a:rect l="l" t="t" r="r" b="b"/>
            <a:pathLst>
              <a:path w="1469390" h="869950">
                <a:moveTo>
                  <a:pt x="1415148" y="795058"/>
                </a:moveTo>
                <a:lnTo>
                  <a:pt x="1411287" y="787209"/>
                </a:lnTo>
                <a:lnTo>
                  <a:pt x="1407363" y="779373"/>
                </a:lnTo>
                <a:lnTo>
                  <a:pt x="1403362" y="771563"/>
                </a:lnTo>
                <a:lnTo>
                  <a:pt x="1399324" y="763803"/>
                </a:lnTo>
                <a:lnTo>
                  <a:pt x="0" y="763803"/>
                </a:lnTo>
                <a:lnTo>
                  <a:pt x="0" y="795058"/>
                </a:lnTo>
                <a:lnTo>
                  <a:pt x="1415148" y="795058"/>
                </a:lnTo>
                <a:close/>
              </a:path>
              <a:path w="1469390" h="869950">
                <a:moveTo>
                  <a:pt x="1448447" y="869518"/>
                </a:moveTo>
                <a:lnTo>
                  <a:pt x="1445196" y="861631"/>
                </a:lnTo>
                <a:lnTo>
                  <a:pt x="1441894" y="853782"/>
                </a:lnTo>
                <a:lnTo>
                  <a:pt x="1438554" y="845972"/>
                </a:lnTo>
                <a:lnTo>
                  <a:pt x="1435176" y="838187"/>
                </a:lnTo>
                <a:lnTo>
                  <a:pt x="0" y="838187"/>
                </a:lnTo>
                <a:lnTo>
                  <a:pt x="0" y="869518"/>
                </a:lnTo>
                <a:lnTo>
                  <a:pt x="1448447" y="869518"/>
                </a:lnTo>
                <a:close/>
              </a:path>
              <a:path w="1469390" h="869950">
                <a:moveTo>
                  <a:pt x="1468983" y="345363"/>
                </a:moveTo>
                <a:lnTo>
                  <a:pt x="1465834" y="298500"/>
                </a:lnTo>
                <a:lnTo>
                  <a:pt x="1456639" y="253555"/>
                </a:lnTo>
                <a:lnTo>
                  <a:pt x="1441831" y="210934"/>
                </a:lnTo>
                <a:lnTo>
                  <a:pt x="1421815" y="171056"/>
                </a:lnTo>
                <a:lnTo>
                  <a:pt x="1397000" y="134327"/>
                </a:lnTo>
                <a:lnTo>
                  <a:pt x="1367802" y="101155"/>
                </a:lnTo>
                <a:lnTo>
                  <a:pt x="1334630" y="71958"/>
                </a:lnTo>
                <a:lnTo>
                  <a:pt x="1297889" y="47155"/>
                </a:lnTo>
                <a:lnTo>
                  <a:pt x="1258011" y="27139"/>
                </a:lnTo>
                <a:lnTo>
                  <a:pt x="1215390" y="12344"/>
                </a:lnTo>
                <a:lnTo>
                  <a:pt x="1170432" y="3162"/>
                </a:lnTo>
                <a:lnTo>
                  <a:pt x="1123581" y="0"/>
                </a:lnTo>
                <a:lnTo>
                  <a:pt x="1076718" y="3162"/>
                </a:lnTo>
                <a:lnTo>
                  <a:pt x="1031773" y="12344"/>
                </a:lnTo>
                <a:lnTo>
                  <a:pt x="989152" y="27139"/>
                </a:lnTo>
                <a:lnTo>
                  <a:pt x="949286" y="47155"/>
                </a:lnTo>
                <a:lnTo>
                  <a:pt x="912558" y="71958"/>
                </a:lnTo>
                <a:lnTo>
                  <a:pt x="879386" y="101155"/>
                </a:lnTo>
                <a:lnTo>
                  <a:pt x="850201" y="134327"/>
                </a:lnTo>
                <a:lnTo>
                  <a:pt x="825398" y="171056"/>
                </a:lnTo>
                <a:lnTo>
                  <a:pt x="805383" y="210934"/>
                </a:lnTo>
                <a:lnTo>
                  <a:pt x="790587" y="253555"/>
                </a:lnTo>
                <a:lnTo>
                  <a:pt x="781405" y="298500"/>
                </a:lnTo>
                <a:lnTo>
                  <a:pt x="778243" y="345363"/>
                </a:lnTo>
                <a:lnTo>
                  <a:pt x="781405" y="392226"/>
                </a:lnTo>
                <a:lnTo>
                  <a:pt x="790587" y="437159"/>
                </a:lnTo>
                <a:lnTo>
                  <a:pt x="805383" y="479780"/>
                </a:lnTo>
                <a:lnTo>
                  <a:pt x="825398" y="519658"/>
                </a:lnTo>
                <a:lnTo>
                  <a:pt x="850201" y="556399"/>
                </a:lnTo>
                <a:lnTo>
                  <a:pt x="879386" y="589572"/>
                </a:lnTo>
                <a:lnTo>
                  <a:pt x="912558" y="618769"/>
                </a:lnTo>
                <a:lnTo>
                  <a:pt x="949286" y="643585"/>
                </a:lnTo>
                <a:lnTo>
                  <a:pt x="989152" y="663600"/>
                </a:lnTo>
                <a:lnTo>
                  <a:pt x="1031773" y="678408"/>
                </a:lnTo>
                <a:lnTo>
                  <a:pt x="1076718" y="687590"/>
                </a:lnTo>
                <a:lnTo>
                  <a:pt x="1102690" y="689343"/>
                </a:lnTo>
                <a:lnTo>
                  <a:pt x="0" y="689343"/>
                </a:lnTo>
                <a:lnTo>
                  <a:pt x="0" y="720598"/>
                </a:lnTo>
                <a:lnTo>
                  <a:pt x="1375613" y="720598"/>
                </a:lnTo>
                <a:lnTo>
                  <a:pt x="1371066" y="712749"/>
                </a:lnTo>
                <a:lnTo>
                  <a:pt x="1366456" y="704913"/>
                </a:lnTo>
                <a:lnTo>
                  <a:pt x="1361795" y="697103"/>
                </a:lnTo>
                <a:lnTo>
                  <a:pt x="1357058" y="689343"/>
                </a:lnTo>
                <a:lnTo>
                  <a:pt x="1144460" y="689343"/>
                </a:lnTo>
                <a:lnTo>
                  <a:pt x="1170432" y="687590"/>
                </a:lnTo>
                <a:lnTo>
                  <a:pt x="1215390" y="678408"/>
                </a:lnTo>
                <a:lnTo>
                  <a:pt x="1258011" y="663600"/>
                </a:lnTo>
                <a:lnTo>
                  <a:pt x="1297889" y="643585"/>
                </a:lnTo>
                <a:lnTo>
                  <a:pt x="1334630" y="618769"/>
                </a:lnTo>
                <a:lnTo>
                  <a:pt x="1367802" y="589572"/>
                </a:lnTo>
                <a:lnTo>
                  <a:pt x="1397000" y="556399"/>
                </a:lnTo>
                <a:lnTo>
                  <a:pt x="1421815" y="519658"/>
                </a:lnTo>
                <a:lnTo>
                  <a:pt x="1441831" y="479780"/>
                </a:lnTo>
                <a:lnTo>
                  <a:pt x="1456639" y="437159"/>
                </a:lnTo>
                <a:lnTo>
                  <a:pt x="1465834" y="392226"/>
                </a:lnTo>
                <a:lnTo>
                  <a:pt x="1468983" y="345363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14755" y="8133441"/>
            <a:ext cx="287020" cy="285750"/>
          </a:xfrm>
          <a:custGeom>
            <a:avLst/>
            <a:gdLst/>
            <a:ahLst/>
            <a:cxnLst/>
            <a:rect l="l" t="t" r="r" b="b"/>
            <a:pathLst>
              <a:path w="287019" h="285750">
                <a:moveTo>
                  <a:pt x="278583" y="95250"/>
                </a:moveTo>
                <a:lnTo>
                  <a:pt x="8210" y="93980"/>
                </a:lnTo>
                <a:lnTo>
                  <a:pt x="8858" y="93980"/>
                </a:lnTo>
                <a:lnTo>
                  <a:pt x="25921" y="60960"/>
                </a:lnTo>
                <a:lnTo>
                  <a:pt x="260838" y="60960"/>
                </a:lnTo>
                <a:lnTo>
                  <a:pt x="278583" y="95250"/>
                </a:lnTo>
                <a:close/>
              </a:path>
              <a:path w="287019" h="285750">
                <a:moveTo>
                  <a:pt x="279034" y="96520"/>
                </a:moveTo>
                <a:lnTo>
                  <a:pt x="7835" y="96520"/>
                </a:lnTo>
                <a:lnTo>
                  <a:pt x="7835" y="95250"/>
                </a:lnTo>
                <a:lnTo>
                  <a:pt x="279034" y="95250"/>
                </a:lnTo>
                <a:lnTo>
                  <a:pt x="279034" y="96520"/>
                </a:lnTo>
                <a:close/>
              </a:path>
              <a:path w="287019" h="285750">
                <a:moveTo>
                  <a:pt x="279446" y="97790"/>
                </a:moveTo>
                <a:lnTo>
                  <a:pt x="7423" y="97790"/>
                </a:lnTo>
                <a:lnTo>
                  <a:pt x="7519" y="96520"/>
                </a:lnTo>
                <a:lnTo>
                  <a:pt x="279446" y="96520"/>
                </a:lnTo>
                <a:lnTo>
                  <a:pt x="279446" y="97790"/>
                </a:lnTo>
                <a:close/>
              </a:path>
              <a:path w="287019" h="285750">
                <a:moveTo>
                  <a:pt x="279806" y="99060"/>
                </a:moveTo>
                <a:lnTo>
                  <a:pt x="6971" y="97790"/>
                </a:lnTo>
                <a:lnTo>
                  <a:pt x="279599" y="97790"/>
                </a:lnTo>
                <a:lnTo>
                  <a:pt x="279806" y="99060"/>
                </a:lnTo>
                <a:close/>
              </a:path>
              <a:path w="287019" h="285750">
                <a:moveTo>
                  <a:pt x="279624" y="186690"/>
                </a:moveTo>
                <a:lnTo>
                  <a:pt x="7150" y="186690"/>
                </a:lnTo>
                <a:lnTo>
                  <a:pt x="0" y="142240"/>
                </a:lnTo>
                <a:lnTo>
                  <a:pt x="6970" y="99060"/>
                </a:lnTo>
                <a:lnTo>
                  <a:pt x="279804" y="99060"/>
                </a:lnTo>
                <a:lnTo>
                  <a:pt x="286783" y="142240"/>
                </a:lnTo>
                <a:lnTo>
                  <a:pt x="279624" y="186690"/>
                </a:lnTo>
                <a:close/>
              </a:path>
              <a:path w="287019" h="285750">
                <a:moveTo>
                  <a:pt x="7465" y="187960"/>
                </a:moveTo>
                <a:lnTo>
                  <a:pt x="7305" y="186690"/>
                </a:lnTo>
                <a:lnTo>
                  <a:pt x="279338" y="186690"/>
                </a:lnTo>
                <a:lnTo>
                  <a:pt x="7465" y="187960"/>
                </a:lnTo>
                <a:close/>
              </a:path>
              <a:path w="287019" h="285750">
                <a:moveTo>
                  <a:pt x="259605" y="226060"/>
                </a:moveTo>
                <a:lnTo>
                  <a:pt x="27154" y="226060"/>
                </a:lnTo>
                <a:lnTo>
                  <a:pt x="7465" y="187960"/>
                </a:lnTo>
                <a:lnTo>
                  <a:pt x="279338" y="186690"/>
                </a:lnTo>
                <a:lnTo>
                  <a:pt x="278653" y="189230"/>
                </a:lnTo>
                <a:lnTo>
                  <a:pt x="259605" y="226060"/>
                </a:lnTo>
                <a:close/>
              </a:path>
              <a:path w="287019" h="285750">
                <a:moveTo>
                  <a:pt x="279309" y="187960"/>
                </a:moveTo>
                <a:lnTo>
                  <a:pt x="278995" y="187960"/>
                </a:lnTo>
                <a:lnTo>
                  <a:pt x="279338" y="186690"/>
                </a:lnTo>
                <a:lnTo>
                  <a:pt x="279469" y="186690"/>
                </a:lnTo>
                <a:lnTo>
                  <a:pt x="279309" y="187960"/>
                </a:lnTo>
                <a:close/>
              </a:path>
              <a:path w="287019" h="285750">
                <a:moveTo>
                  <a:pt x="28530" y="227330"/>
                </a:moveTo>
                <a:lnTo>
                  <a:pt x="27958" y="227330"/>
                </a:lnTo>
                <a:lnTo>
                  <a:pt x="27652" y="226060"/>
                </a:lnTo>
                <a:lnTo>
                  <a:pt x="27832" y="226060"/>
                </a:lnTo>
                <a:lnTo>
                  <a:pt x="28530" y="227330"/>
                </a:lnTo>
                <a:close/>
              </a:path>
              <a:path w="287019" h="285750">
                <a:moveTo>
                  <a:pt x="58682" y="257808"/>
                </a:moveTo>
                <a:lnTo>
                  <a:pt x="58419" y="257808"/>
                </a:lnTo>
                <a:lnTo>
                  <a:pt x="29227" y="228600"/>
                </a:lnTo>
                <a:lnTo>
                  <a:pt x="27832" y="226060"/>
                </a:lnTo>
                <a:lnTo>
                  <a:pt x="258801" y="227330"/>
                </a:lnTo>
                <a:lnTo>
                  <a:pt x="229595" y="256540"/>
                </a:lnTo>
                <a:lnTo>
                  <a:pt x="58682" y="257808"/>
                </a:lnTo>
                <a:close/>
              </a:path>
              <a:path w="287019" h="285750">
                <a:moveTo>
                  <a:pt x="258801" y="227330"/>
                </a:moveTo>
                <a:lnTo>
                  <a:pt x="27832" y="226060"/>
                </a:lnTo>
                <a:lnTo>
                  <a:pt x="259106" y="226060"/>
                </a:lnTo>
                <a:lnTo>
                  <a:pt x="258801" y="227330"/>
                </a:lnTo>
                <a:close/>
              </a:path>
              <a:path w="287019" h="285750">
                <a:moveTo>
                  <a:pt x="189296" y="278130"/>
                </a:moveTo>
                <a:lnTo>
                  <a:pt x="97455" y="278130"/>
                </a:lnTo>
                <a:lnTo>
                  <a:pt x="60629" y="259080"/>
                </a:lnTo>
                <a:lnTo>
                  <a:pt x="58682" y="257808"/>
                </a:lnTo>
                <a:lnTo>
                  <a:pt x="228406" y="256540"/>
                </a:lnTo>
                <a:lnTo>
                  <a:pt x="228062" y="257808"/>
                </a:lnTo>
                <a:lnTo>
                  <a:pt x="226117" y="259080"/>
                </a:lnTo>
                <a:lnTo>
                  <a:pt x="189296" y="278130"/>
                </a:lnTo>
                <a:close/>
              </a:path>
              <a:path w="287019" h="285750">
                <a:moveTo>
                  <a:pt x="228328" y="257808"/>
                </a:moveTo>
                <a:lnTo>
                  <a:pt x="228062" y="257808"/>
                </a:lnTo>
                <a:lnTo>
                  <a:pt x="228406" y="256540"/>
                </a:lnTo>
                <a:lnTo>
                  <a:pt x="229595" y="256540"/>
                </a:lnTo>
                <a:lnTo>
                  <a:pt x="228328" y="257808"/>
                </a:lnTo>
                <a:close/>
              </a:path>
              <a:path w="287019" h="285750">
                <a:moveTo>
                  <a:pt x="143391" y="285750"/>
                </a:moveTo>
                <a:lnTo>
                  <a:pt x="104015" y="279400"/>
                </a:lnTo>
                <a:lnTo>
                  <a:pt x="98050" y="278130"/>
                </a:lnTo>
                <a:lnTo>
                  <a:pt x="188701" y="278130"/>
                </a:lnTo>
                <a:lnTo>
                  <a:pt x="182739" y="279400"/>
                </a:lnTo>
                <a:lnTo>
                  <a:pt x="143391" y="285750"/>
                </a:lnTo>
                <a:close/>
              </a:path>
              <a:path w="287019" h="285750">
                <a:moveTo>
                  <a:pt x="224859" y="25400"/>
                </a:moveTo>
                <a:lnTo>
                  <a:pt x="61760" y="25400"/>
                </a:lnTo>
                <a:lnTo>
                  <a:pt x="61886" y="24909"/>
                </a:lnTo>
                <a:lnTo>
                  <a:pt x="63393" y="24130"/>
                </a:lnTo>
                <a:lnTo>
                  <a:pt x="223353" y="24130"/>
                </a:lnTo>
                <a:lnTo>
                  <a:pt x="224859" y="24909"/>
                </a:lnTo>
                <a:lnTo>
                  <a:pt x="224859" y="25400"/>
                </a:lnTo>
                <a:close/>
              </a:path>
              <a:path w="287019" h="285750">
                <a:moveTo>
                  <a:pt x="226673" y="26670"/>
                </a:moveTo>
                <a:lnTo>
                  <a:pt x="60111" y="26670"/>
                </a:lnTo>
                <a:lnTo>
                  <a:pt x="60111" y="25827"/>
                </a:lnTo>
                <a:lnTo>
                  <a:pt x="60938" y="25400"/>
                </a:lnTo>
                <a:lnTo>
                  <a:pt x="225808" y="25400"/>
                </a:lnTo>
                <a:lnTo>
                  <a:pt x="226634" y="25827"/>
                </a:lnTo>
                <a:lnTo>
                  <a:pt x="226673" y="26670"/>
                </a:lnTo>
                <a:close/>
              </a:path>
              <a:path w="287019" h="285750">
                <a:moveTo>
                  <a:pt x="228322" y="27940"/>
                </a:moveTo>
                <a:lnTo>
                  <a:pt x="58545" y="27940"/>
                </a:lnTo>
                <a:lnTo>
                  <a:pt x="58684" y="26670"/>
                </a:lnTo>
                <a:lnTo>
                  <a:pt x="228322" y="26670"/>
                </a:lnTo>
                <a:lnTo>
                  <a:pt x="228322" y="27940"/>
                </a:lnTo>
                <a:close/>
              </a:path>
              <a:path w="287019" h="285750">
                <a:moveTo>
                  <a:pt x="230301" y="29210"/>
                </a:moveTo>
                <a:lnTo>
                  <a:pt x="56483" y="29210"/>
                </a:lnTo>
                <a:lnTo>
                  <a:pt x="56483" y="28767"/>
                </a:lnTo>
                <a:lnTo>
                  <a:pt x="57310" y="27940"/>
                </a:lnTo>
                <a:lnTo>
                  <a:pt x="229436" y="27940"/>
                </a:lnTo>
                <a:lnTo>
                  <a:pt x="230263" y="28767"/>
                </a:lnTo>
                <a:lnTo>
                  <a:pt x="230301" y="29210"/>
                </a:lnTo>
                <a:close/>
              </a:path>
              <a:path w="287019" h="285750">
                <a:moveTo>
                  <a:pt x="256935" y="55880"/>
                </a:moveTo>
                <a:lnTo>
                  <a:pt x="29685" y="55880"/>
                </a:lnTo>
                <a:lnTo>
                  <a:pt x="29685" y="55576"/>
                </a:lnTo>
                <a:lnTo>
                  <a:pt x="30705" y="54557"/>
                </a:lnTo>
                <a:lnTo>
                  <a:pt x="31834" y="53340"/>
                </a:lnTo>
                <a:lnTo>
                  <a:pt x="33191" y="52070"/>
                </a:lnTo>
                <a:lnTo>
                  <a:pt x="52232" y="33020"/>
                </a:lnTo>
                <a:lnTo>
                  <a:pt x="53467" y="31750"/>
                </a:lnTo>
                <a:lnTo>
                  <a:pt x="54869" y="30384"/>
                </a:lnTo>
                <a:lnTo>
                  <a:pt x="55082" y="30384"/>
                </a:lnTo>
                <a:lnTo>
                  <a:pt x="55082" y="30169"/>
                </a:lnTo>
                <a:lnTo>
                  <a:pt x="56041" y="29210"/>
                </a:lnTo>
                <a:lnTo>
                  <a:pt x="230706" y="29210"/>
                </a:lnTo>
                <a:lnTo>
                  <a:pt x="231793" y="30384"/>
                </a:lnTo>
                <a:lnTo>
                  <a:pt x="233246" y="31750"/>
                </a:lnTo>
                <a:lnTo>
                  <a:pt x="256935" y="55440"/>
                </a:lnTo>
                <a:lnTo>
                  <a:pt x="256935" y="55880"/>
                </a:lnTo>
                <a:close/>
              </a:path>
              <a:path w="287019" h="285750">
                <a:moveTo>
                  <a:pt x="257925" y="57150"/>
                </a:moveTo>
                <a:lnTo>
                  <a:pt x="28943" y="57150"/>
                </a:lnTo>
                <a:lnTo>
                  <a:pt x="28943" y="56319"/>
                </a:lnTo>
                <a:lnTo>
                  <a:pt x="29382" y="55880"/>
                </a:lnTo>
                <a:lnTo>
                  <a:pt x="257375" y="55880"/>
                </a:lnTo>
                <a:lnTo>
                  <a:pt x="257814" y="56319"/>
                </a:lnTo>
                <a:lnTo>
                  <a:pt x="257925" y="57150"/>
                </a:lnTo>
                <a:close/>
              </a:path>
              <a:path w="287019" h="285750">
                <a:moveTo>
                  <a:pt x="258914" y="58420"/>
                </a:moveTo>
                <a:lnTo>
                  <a:pt x="27706" y="58420"/>
                </a:lnTo>
                <a:lnTo>
                  <a:pt x="27706" y="57611"/>
                </a:lnTo>
                <a:lnTo>
                  <a:pt x="28113" y="57150"/>
                </a:lnTo>
                <a:lnTo>
                  <a:pt x="258645" y="57150"/>
                </a:lnTo>
                <a:lnTo>
                  <a:pt x="258914" y="57419"/>
                </a:lnTo>
                <a:lnTo>
                  <a:pt x="258914" y="58420"/>
                </a:lnTo>
                <a:close/>
              </a:path>
              <a:path w="287019" h="285750">
                <a:moveTo>
                  <a:pt x="259986" y="59690"/>
                </a:moveTo>
                <a:lnTo>
                  <a:pt x="26882" y="59690"/>
                </a:lnTo>
                <a:lnTo>
                  <a:pt x="26882" y="59101"/>
                </a:lnTo>
                <a:lnTo>
                  <a:pt x="27234" y="58420"/>
                </a:lnTo>
                <a:lnTo>
                  <a:pt x="259525" y="58420"/>
                </a:lnTo>
                <a:lnTo>
                  <a:pt x="259877" y="59101"/>
                </a:lnTo>
                <a:lnTo>
                  <a:pt x="259986" y="59690"/>
                </a:lnTo>
                <a:close/>
              </a:path>
              <a:path w="287019" h="285750">
                <a:moveTo>
                  <a:pt x="260810" y="60904"/>
                </a:moveTo>
                <a:lnTo>
                  <a:pt x="25950" y="60904"/>
                </a:lnTo>
                <a:lnTo>
                  <a:pt x="26577" y="59690"/>
                </a:lnTo>
                <a:lnTo>
                  <a:pt x="260181" y="59690"/>
                </a:lnTo>
                <a:lnTo>
                  <a:pt x="260810" y="60904"/>
                </a:lnTo>
                <a:close/>
              </a:path>
              <a:path w="287019" h="285750">
                <a:moveTo>
                  <a:pt x="185692" y="6350"/>
                </a:moveTo>
                <a:lnTo>
                  <a:pt x="101092" y="6350"/>
                </a:lnTo>
                <a:lnTo>
                  <a:pt x="101091" y="5715"/>
                </a:lnTo>
                <a:lnTo>
                  <a:pt x="105030" y="5080"/>
                </a:lnTo>
                <a:lnTo>
                  <a:pt x="181724" y="5080"/>
                </a:lnTo>
                <a:lnTo>
                  <a:pt x="185659" y="5715"/>
                </a:lnTo>
                <a:lnTo>
                  <a:pt x="185692" y="6350"/>
                </a:lnTo>
                <a:close/>
              </a:path>
              <a:path w="287019" h="285750">
                <a:moveTo>
                  <a:pt x="189402" y="7620"/>
                </a:moveTo>
                <a:lnTo>
                  <a:pt x="97463" y="7620"/>
                </a:lnTo>
                <a:lnTo>
                  <a:pt x="97535" y="6350"/>
                </a:lnTo>
                <a:lnTo>
                  <a:pt x="189402" y="6350"/>
                </a:lnTo>
                <a:lnTo>
                  <a:pt x="189402" y="7620"/>
                </a:lnTo>
                <a:close/>
              </a:path>
              <a:path w="287019" h="285750">
                <a:moveTo>
                  <a:pt x="192783" y="8890"/>
                </a:moveTo>
                <a:lnTo>
                  <a:pt x="93835" y="8890"/>
                </a:lnTo>
                <a:lnTo>
                  <a:pt x="93835" y="8317"/>
                </a:lnTo>
                <a:lnTo>
                  <a:pt x="93965" y="8317"/>
                </a:lnTo>
                <a:lnTo>
                  <a:pt x="95314" y="7620"/>
                </a:lnTo>
                <a:lnTo>
                  <a:pt x="191434" y="7620"/>
                </a:lnTo>
                <a:lnTo>
                  <a:pt x="192783" y="8317"/>
                </a:lnTo>
                <a:lnTo>
                  <a:pt x="192783" y="8890"/>
                </a:lnTo>
                <a:close/>
              </a:path>
              <a:path w="287019" h="285750">
                <a:moveTo>
                  <a:pt x="223209" y="24056"/>
                </a:moveTo>
                <a:lnTo>
                  <a:pt x="63536" y="24056"/>
                </a:lnTo>
                <a:lnTo>
                  <a:pt x="92858" y="8890"/>
                </a:lnTo>
                <a:lnTo>
                  <a:pt x="193889" y="8890"/>
                </a:lnTo>
                <a:lnTo>
                  <a:pt x="223209" y="24056"/>
                </a:lnTo>
                <a:close/>
              </a:path>
              <a:path w="287019" h="285750">
                <a:moveTo>
                  <a:pt x="181384" y="5025"/>
                </a:moveTo>
                <a:lnTo>
                  <a:pt x="105370" y="5025"/>
                </a:lnTo>
                <a:lnTo>
                  <a:pt x="136530" y="0"/>
                </a:lnTo>
                <a:lnTo>
                  <a:pt x="150247" y="0"/>
                </a:lnTo>
                <a:lnTo>
                  <a:pt x="181384" y="5025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7121254" y="0"/>
            <a:ext cx="1167130" cy="1356995"/>
          </a:xfrm>
          <a:custGeom>
            <a:avLst/>
            <a:gdLst/>
            <a:ahLst/>
            <a:cxnLst/>
            <a:rect l="l" t="t" r="r" b="b"/>
            <a:pathLst>
              <a:path w="1167130" h="1356995">
                <a:moveTo>
                  <a:pt x="1166745" y="1356770"/>
                </a:moveTo>
                <a:lnTo>
                  <a:pt x="0" y="1356770"/>
                </a:lnTo>
                <a:lnTo>
                  <a:pt x="0" y="0"/>
                </a:lnTo>
                <a:lnTo>
                  <a:pt x="1166745" y="0"/>
                </a:lnTo>
                <a:lnTo>
                  <a:pt x="1166745" y="135677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6899117" y="95197"/>
            <a:ext cx="57785" cy="57150"/>
          </a:xfrm>
          <a:custGeom>
            <a:avLst/>
            <a:gdLst/>
            <a:ahLst/>
            <a:cxnLst/>
            <a:rect l="l" t="t" r="r" b="b"/>
            <a:pathLst>
              <a:path w="57784" h="57150">
                <a:moveTo>
                  <a:pt x="32255" y="56561"/>
                </a:moveTo>
                <a:lnTo>
                  <a:pt x="28603" y="56561"/>
                </a:lnTo>
                <a:lnTo>
                  <a:pt x="21300" y="56561"/>
                </a:lnTo>
                <a:lnTo>
                  <a:pt x="13997" y="53518"/>
                </a:lnTo>
                <a:lnTo>
                  <a:pt x="7303" y="46823"/>
                </a:lnTo>
                <a:lnTo>
                  <a:pt x="6085" y="44997"/>
                </a:lnTo>
                <a:lnTo>
                  <a:pt x="3651" y="42563"/>
                </a:lnTo>
                <a:lnTo>
                  <a:pt x="0" y="31608"/>
                </a:lnTo>
                <a:lnTo>
                  <a:pt x="0" y="24305"/>
                </a:lnTo>
                <a:lnTo>
                  <a:pt x="1217" y="20654"/>
                </a:lnTo>
                <a:lnTo>
                  <a:pt x="1217" y="18828"/>
                </a:lnTo>
                <a:lnTo>
                  <a:pt x="2434" y="17002"/>
                </a:lnTo>
                <a:lnTo>
                  <a:pt x="3042" y="15176"/>
                </a:lnTo>
                <a:lnTo>
                  <a:pt x="4260" y="13350"/>
                </a:lnTo>
                <a:lnTo>
                  <a:pt x="4868" y="12133"/>
                </a:lnTo>
                <a:lnTo>
                  <a:pt x="6085" y="10916"/>
                </a:lnTo>
                <a:lnTo>
                  <a:pt x="7303" y="9090"/>
                </a:lnTo>
                <a:lnTo>
                  <a:pt x="8520" y="7873"/>
                </a:lnTo>
                <a:lnTo>
                  <a:pt x="14054" y="3651"/>
                </a:lnTo>
                <a:lnTo>
                  <a:pt x="20387" y="1026"/>
                </a:lnTo>
                <a:lnTo>
                  <a:pt x="27177" y="0"/>
                </a:lnTo>
                <a:lnTo>
                  <a:pt x="34081" y="570"/>
                </a:lnTo>
                <a:lnTo>
                  <a:pt x="35906" y="570"/>
                </a:lnTo>
                <a:lnTo>
                  <a:pt x="37732" y="1179"/>
                </a:lnTo>
                <a:lnTo>
                  <a:pt x="39558" y="2396"/>
                </a:lnTo>
                <a:lnTo>
                  <a:pt x="41384" y="3004"/>
                </a:lnTo>
                <a:lnTo>
                  <a:pt x="43210" y="4222"/>
                </a:lnTo>
                <a:lnTo>
                  <a:pt x="44427" y="4830"/>
                </a:lnTo>
                <a:lnTo>
                  <a:pt x="46252" y="6047"/>
                </a:lnTo>
                <a:lnTo>
                  <a:pt x="49904" y="9699"/>
                </a:lnTo>
                <a:lnTo>
                  <a:pt x="51121" y="11525"/>
                </a:lnTo>
                <a:lnTo>
                  <a:pt x="53556" y="13959"/>
                </a:lnTo>
                <a:lnTo>
                  <a:pt x="57207" y="24914"/>
                </a:lnTo>
                <a:lnTo>
                  <a:pt x="57207" y="32217"/>
                </a:lnTo>
                <a:lnTo>
                  <a:pt x="54164" y="41346"/>
                </a:lnTo>
                <a:lnTo>
                  <a:pt x="52947" y="43172"/>
                </a:lnTo>
                <a:lnTo>
                  <a:pt x="52338" y="44389"/>
                </a:lnTo>
                <a:lnTo>
                  <a:pt x="51121" y="46215"/>
                </a:lnTo>
                <a:lnTo>
                  <a:pt x="47470" y="49866"/>
                </a:lnTo>
                <a:lnTo>
                  <a:pt x="45644" y="51083"/>
                </a:lnTo>
                <a:lnTo>
                  <a:pt x="43210" y="53518"/>
                </a:lnTo>
                <a:lnTo>
                  <a:pt x="35906" y="55952"/>
                </a:lnTo>
                <a:lnTo>
                  <a:pt x="34081" y="55952"/>
                </a:lnTo>
                <a:lnTo>
                  <a:pt x="32255" y="56561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7303830" y="9394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603" y="56599"/>
                </a:moveTo>
                <a:lnTo>
                  <a:pt x="27995" y="56599"/>
                </a:lnTo>
                <a:lnTo>
                  <a:pt x="17202" y="54364"/>
                </a:lnTo>
                <a:lnTo>
                  <a:pt x="8292" y="48306"/>
                </a:lnTo>
                <a:lnTo>
                  <a:pt x="2234" y="39396"/>
                </a:lnTo>
                <a:lnTo>
                  <a:pt x="0" y="28603"/>
                </a:lnTo>
                <a:lnTo>
                  <a:pt x="2149" y="17458"/>
                </a:lnTo>
                <a:lnTo>
                  <a:pt x="8063" y="8368"/>
                </a:lnTo>
                <a:lnTo>
                  <a:pt x="16945" y="2244"/>
                </a:lnTo>
                <a:lnTo>
                  <a:pt x="27995" y="0"/>
                </a:lnTo>
                <a:lnTo>
                  <a:pt x="39054" y="2158"/>
                </a:lnTo>
                <a:lnTo>
                  <a:pt x="48002" y="8139"/>
                </a:lnTo>
                <a:lnTo>
                  <a:pt x="54098" y="17202"/>
                </a:lnTo>
                <a:lnTo>
                  <a:pt x="56599" y="28603"/>
                </a:lnTo>
                <a:lnTo>
                  <a:pt x="54364" y="39396"/>
                </a:lnTo>
                <a:lnTo>
                  <a:pt x="48306" y="48306"/>
                </a:lnTo>
                <a:lnTo>
                  <a:pt x="39396" y="54364"/>
                </a:lnTo>
                <a:lnTo>
                  <a:pt x="28603" y="56599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7438329" y="93333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27995" y="56599"/>
                </a:moveTo>
                <a:lnTo>
                  <a:pt x="17202" y="54364"/>
                </a:lnTo>
                <a:lnTo>
                  <a:pt x="8292" y="48306"/>
                </a:lnTo>
                <a:lnTo>
                  <a:pt x="2234" y="39396"/>
                </a:lnTo>
                <a:lnTo>
                  <a:pt x="0" y="28603"/>
                </a:lnTo>
                <a:lnTo>
                  <a:pt x="2234" y="17458"/>
                </a:lnTo>
                <a:lnTo>
                  <a:pt x="8292" y="8368"/>
                </a:lnTo>
                <a:lnTo>
                  <a:pt x="17202" y="2244"/>
                </a:lnTo>
                <a:lnTo>
                  <a:pt x="27995" y="0"/>
                </a:lnTo>
                <a:lnTo>
                  <a:pt x="39130" y="2158"/>
                </a:lnTo>
                <a:lnTo>
                  <a:pt x="48154" y="8139"/>
                </a:lnTo>
                <a:lnTo>
                  <a:pt x="54098" y="17202"/>
                </a:lnTo>
                <a:lnTo>
                  <a:pt x="55990" y="28603"/>
                </a:lnTo>
                <a:lnTo>
                  <a:pt x="53841" y="39396"/>
                </a:lnTo>
                <a:lnTo>
                  <a:pt x="47926" y="48306"/>
                </a:lnTo>
                <a:lnTo>
                  <a:pt x="39044" y="54364"/>
                </a:lnTo>
                <a:lnTo>
                  <a:pt x="27995" y="56599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7034225" y="95159"/>
            <a:ext cx="57150" cy="56515"/>
          </a:xfrm>
          <a:custGeom>
            <a:avLst/>
            <a:gdLst/>
            <a:ahLst/>
            <a:cxnLst/>
            <a:rect l="l" t="t" r="r" b="b"/>
            <a:pathLst>
              <a:path w="57150" h="56514">
                <a:moveTo>
                  <a:pt x="28603" y="55990"/>
                </a:moveTo>
                <a:lnTo>
                  <a:pt x="27995" y="55990"/>
                </a:lnTo>
                <a:lnTo>
                  <a:pt x="17202" y="53755"/>
                </a:lnTo>
                <a:lnTo>
                  <a:pt x="8292" y="47698"/>
                </a:lnTo>
                <a:lnTo>
                  <a:pt x="2234" y="38788"/>
                </a:lnTo>
                <a:lnTo>
                  <a:pt x="0" y="27995"/>
                </a:lnTo>
                <a:lnTo>
                  <a:pt x="2149" y="17202"/>
                </a:lnTo>
                <a:lnTo>
                  <a:pt x="8063" y="8292"/>
                </a:lnTo>
                <a:lnTo>
                  <a:pt x="16945" y="2234"/>
                </a:lnTo>
                <a:lnTo>
                  <a:pt x="27995" y="0"/>
                </a:lnTo>
                <a:lnTo>
                  <a:pt x="39140" y="2149"/>
                </a:lnTo>
                <a:lnTo>
                  <a:pt x="48230" y="8063"/>
                </a:lnTo>
                <a:lnTo>
                  <a:pt x="54354" y="16945"/>
                </a:lnTo>
                <a:lnTo>
                  <a:pt x="56599" y="27995"/>
                </a:lnTo>
                <a:lnTo>
                  <a:pt x="54364" y="38788"/>
                </a:lnTo>
                <a:lnTo>
                  <a:pt x="48306" y="47698"/>
                </a:lnTo>
                <a:lnTo>
                  <a:pt x="39396" y="53755"/>
                </a:lnTo>
                <a:lnTo>
                  <a:pt x="28603" y="5599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7169331" y="94550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27995" y="56599"/>
                </a:moveTo>
                <a:lnTo>
                  <a:pt x="17202" y="54364"/>
                </a:lnTo>
                <a:lnTo>
                  <a:pt x="8292" y="48306"/>
                </a:lnTo>
                <a:lnTo>
                  <a:pt x="2234" y="39396"/>
                </a:lnTo>
                <a:lnTo>
                  <a:pt x="0" y="28603"/>
                </a:lnTo>
                <a:lnTo>
                  <a:pt x="2234" y="17458"/>
                </a:lnTo>
                <a:lnTo>
                  <a:pt x="8292" y="8368"/>
                </a:lnTo>
                <a:lnTo>
                  <a:pt x="17202" y="2244"/>
                </a:lnTo>
                <a:lnTo>
                  <a:pt x="27995" y="0"/>
                </a:lnTo>
                <a:lnTo>
                  <a:pt x="38788" y="2158"/>
                </a:lnTo>
                <a:lnTo>
                  <a:pt x="47698" y="8139"/>
                </a:lnTo>
                <a:lnTo>
                  <a:pt x="53755" y="17202"/>
                </a:lnTo>
                <a:lnTo>
                  <a:pt x="55990" y="28603"/>
                </a:lnTo>
                <a:lnTo>
                  <a:pt x="53841" y="39396"/>
                </a:lnTo>
                <a:lnTo>
                  <a:pt x="47926" y="48306"/>
                </a:lnTo>
                <a:lnTo>
                  <a:pt x="39044" y="54364"/>
                </a:lnTo>
                <a:lnTo>
                  <a:pt x="27995" y="56599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7707936" y="9211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27995" y="55990"/>
                </a:moveTo>
                <a:lnTo>
                  <a:pt x="17202" y="53755"/>
                </a:lnTo>
                <a:lnTo>
                  <a:pt x="8292" y="47698"/>
                </a:lnTo>
                <a:lnTo>
                  <a:pt x="2234" y="38788"/>
                </a:lnTo>
                <a:lnTo>
                  <a:pt x="0" y="27995"/>
                </a:lnTo>
                <a:lnTo>
                  <a:pt x="2234" y="17202"/>
                </a:lnTo>
                <a:lnTo>
                  <a:pt x="8292" y="8292"/>
                </a:lnTo>
                <a:lnTo>
                  <a:pt x="17202" y="2234"/>
                </a:lnTo>
                <a:lnTo>
                  <a:pt x="27995" y="0"/>
                </a:lnTo>
                <a:lnTo>
                  <a:pt x="39130" y="2234"/>
                </a:lnTo>
                <a:lnTo>
                  <a:pt x="48154" y="8292"/>
                </a:lnTo>
                <a:lnTo>
                  <a:pt x="54098" y="17202"/>
                </a:lnTo>
                <a:lnTo>
                  <a:pt x="55990" y="27995"/>
                </a:lnTo>
                <a:lnTo>
                  <a:pt x="53841" y="38788"/>
                </a:lnTo>
                <a:lnTo>
                  <a:pt x="47926" y="47698"/>
                </a:lnTo>
                <a:lnTo>
                  <a:pt x="39045" y="53755"/>
                </a:lnTo>
                <a:lnTo>
                  <a:pt x="27995" y="5599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7573437" y="92725"/>
            <a:ext cx="57150" cy="56515"/>
          </a:xfrm>
          <a:custGeom>
            <a:avLst/>
            <a:gdLst/>
            <a:ahLst/>
            <a:cxnLst/>
            <a:rect l="l" t="t" r="r" b="b"/>
            <a:pathLst>
              <a:path w="57150" h="56514">
                <a:moveTo>
                  <a:pt x="28603" y="55990"/>
                </a:moveTo>
                <a:lnTo>
                  <a:pt x="27995" y="55990"/>
                </a:lnTo>
                <a:lnTo>
                  <a:pt x="17202" y="53755"/>
                </a:lnTo>
                <a:lnTo>
                  <a:pt x="8292" y="47698"/>
                </a:lnTo>
                <a:lnTo>
                  <a:pt x="2234" y="38788"/>
                </a:lnTo>
                <a:lnTo>
                  <a:pt x="0" y="27995"/>
                </a:lnTo>
                <a:lnTo>
                  <a:pt x="2149" y="17202"/>
                </a:lnTo>
                <a:lnTo>
                  <a:pt x="8063" y="8292"/>
                </a:lnTo>
                <a:lnTo>
                  <a:pt x="16945" y="2234"/>
                </a:lnTo>
                <a:lnTo>
                  <a:pt x="27995" y="0"/>
                </a:lnTo>
                <a:lnTo>
                  <a:pt x="38797" y="2234"/>
                </a:lnTo>
                <a:lnTo>
                  <a:pt x="47774" y="8292"/>
                </a:lnTo>
                <a:lnTo>
                  <a:pt x="54012" y="17202"/>
                </a:lnTo>
                <a:lnTo>
                  <a:pt x="56599" y="27995"/>
                </a:lnTo>
                <a:lnTo>
                  <a:pt x="54364" y="38788"/>
                </a:lnTo>
                <a:lnTo>
                  <a:pt x="48306" y="47698"/>
                </a:lnTo>
                <a:lnTo>
                  <a:pt x="39396" y="53755"/>
                </a:lnTo>
                <a:lnTo>
                  <a:pt x="28603" y="5599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7843044" y="91508"/>
            <a:ext cx="57150" cy="56515"/>
          </a:xfrm>
          <a:custGeom>
            <a:avLst/>
            <a:gdLst/>
            <a:ahLst/>
            <a:cxnLst/>
            <a:rect l="l" t="t" r="r" b="b"/>
            <a:pathLst>
              <a:path w="57150" h="56514">
                <a:moveTo>
                  <a:pt x="28603" y="55990"/>
                </a:moveTo>
                <a:lnTo>
                  <a:pt x="27995" y="55990"/>
                </a:lnTo>
                <a:lnTo>
                  <a:pt x="17202" y="53755"/>
                </a:lnTo>
                <a:lnTo>
                  <a:pt x="8292" y="47698"/>
                </a:lnTo>
                <a:lnTo>
                  <a:pt x="2234" y="38788"/>
                </a:lnTo>
                <a:lnTo>
                  <a:pt x="0" y="27995"/>
                </a:lnTo>
                <a:lnTo>
                  <a:pt x="2149" y="17202"/>
                </a:lnTo>
                <a:lnTo>
                  <a:pt x="8063" y="8292"/>
                </a:lnTo>
                <a:lnTo>
                  <a:pt x="16945" y="2234"/>
                </a:lnTo>
                <a:lnTo>
                  <a:pt x="27995" y="0"/>
                </a:lnTo>
                <a:lnTo>
                  <a:pt x="38797" y="2225"/>
                </a:lnTo>
                <a:lnTo>
                  <a:pt x="47774" y="8216"/>
                </a:lnTo>
                <a:lnTo>
                  <a:pt x="54012" y="16945"/>
                </a:lnTo>
                <a:lnTo>
                  <a:pt x="56599" y="27386"/>
                </a:lnTo>
                <a:lnTo>
                  <a:pt x="54364" y="38531"/>
                </a:lnTo>
                <a:lnTo>
                  <a:pt x="48307" y="47622"/>
                </a:lnTo>
                <a:lnTo>
                  <a:pt x="39396" y="53746"/>
                </a:lnTo>
                <a:lnTo>
                  <a:pt x="28603" y="5599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6897900" y="24500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5906" y="57074"/>
                </a:moveTo>
                <a:lnTo>
                  <a:pt x="28603" y="57074"/>
                </a:lnTo>
                <a:lnTo>
                  <a:pt x="24952" y="57074"/>
                </a:lnTo>
                <a:lnTo>
                  <a:pt x="15823" y="54031"/>
                </a:lnTo>
                <a:lnTo>
                  <a:pt x="14606" y="52814"/>
                </a:lnTo>
                <a:lnTo>
                  <a:pt x="12780" y="52205"/>
                </a:lnTo>
                <a:lnTo>
                  <a:pt x="11563" y="50988"/>
                </a:lnTo>
                <a:lnTo>
                  <a:pt x="9737" y="49771"/>
                </a:lnTo>
                <a:lnTo>
                  <a:pt x="7303" y="47337"/>
                </a:lnTo>
                <a:lnTo>
                  <a:pt x="6085" y="45511"/>
                </a:lnTo>
                <a:lnTo>
                  <a:pt x="3651" y="43077"/>
                </a:lnTo>
                <a:lnTo>
                  <a:pt x="0" y="32122"/>
                </a:lnTo>
                <a:lnTo>
                  <a:pt x="0" y="21167"/>
                </a:lnTo>
                <a:lnTo>
                  <a:pt x="3042" y="13864"/>
                </a:lnTo>
                <a:lnTo>
                  <a:pt x="9737" y="7170"/>
                </a:lnTo>
                <a:lnTo>
                  <a:pt x="11563" y="5952"/>
                </a:lnTo>
                <a:lnTo>
                  <a:pt x="12780" y="4735"/>
                </a:lnTo>
                <a:lnTo>
                  <a:pt x="14606" y="3518"/>
                </a:lnTo>
                <a:lnTo>
                  <a:pt x="15823" y="2909"/>
                </a:lnTo>
                <a:lnTo>
                  <a:pt x="23126" y="475"/>
                </a:lnTo>
                <a:lnTo>
                  <a:pt x="30030" y="0"/>
                </a:lnTo>
                <a:lnTo>
                  <a:pt x="36819" y="1236"/>
                </a:lnTo>
                <a:lnTo>
                  <a:pt x="43152" y="4069"/>
                </a:lnTo>
                <a:lnTo>
                  <a:pt x="48687" y="8387"/>
                </a:lnTo>
                <a:lnTo>
                  <a:pt x="54164" y="13864"/>
                </a:lnTo>
                <a:lnTo>
                  <a:pt x="56599" y="21167"/>
                </a:lnTo>
                <a:lnTo>
                  <a:pt x="56599" y="32122"/>
                </a:lnTo>
                <a:lnTo>
                  <a:pt x="53556" y="41251"/>
                </a:lnTo>
                <a:lnTo>
                  <a:pt x="52338" y="43076"/>
                </a:lnTo>
                <a:lnTo>
                  <a:pt x="51730" y="44294"/>
                </a:lnTo>
                <a:lnTo>
                  <a:pt x="50513" y="46119"/>
                </a:lnTo>
                <a:lnTo>
                  <a:pt x="48078" y="48554"/>
                </a:lnTo>
                <a:lnTo>
                  <a:pt x="43210" y="54031"/>
                </a:lnTo>
                <a:lnTo>
                  <a:pt x="35906" y="57074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7437721" y="24365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27995" y="55990"/>
                </a:moveTo>
                <a:lnTo>
                  <a:pt x="17202" y="53755"/>
                </a:lnTo>
                <a:lnTo>
                  <a:pt x="8292" y="47698"/>
                </a:lnTo>
                <a:lnTo>
                  <a:pt x="2234" y="38788"/>
                </a:lnTo>
                <a:lnTo>
                  <a:pt x="0" y="27995"/>
                </a:lnTo>
                <a:lnTo>
                  <a:pt x="2234" y="17202"/>
                </a:lnTo>
                <a:lnTo>
                  <a:pt x="8292" y="8292"/>
                </a:lnTo>
                <a:lnTo>
                  <a:pt x="17202" y="2234"/>
                </a:lnTo>
                <a:lnTo>
                  <a:pt x="27995" y="0"/>
                </a:lnTo>
                <a:lnTo>
                  <a:pt x="38788" y="2149"/>
                </a:lnTo>
                <a:lnTo>
                  <a:pt x="47698" y="8063"/>
                </a:lnTo>
                <a:lnTo>
                  <a:pt x="53755" y="16945"/>
                </a:lnTo>
                <a:lnTo>
                  <a:pt x="55990" y="27995"/>
                </a:lnTo>
                <a:lnTo>
                  <a:pt x="53841" y="38788"/>
                </a:lnTo>
                <a:lnTo>
                  <a:pt x="47926" y="47698"/>
                </a:lnTo>
                <a:lnTo>
                  <a:pt x="39044" y="53755"/>
                </a:lnTo>
                <a:lnTo>
                  <a:pt x="27995" y="5599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7302613" y="24426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603" y="56599"/>
                </a:moveTo>
                <a:lnTo>
                  <a:pt x="27995" y="56599"/>
                </a:lnTo>
                <a:lnTo>
                  <a:pt x="17202" y="54364"/>
                </a:lnTo>
                <a:lnTo>
                  <a:pt x="8292" y="48306"/>
                </a:lnTo>
                <a:lnTo>
                  <a:pt x="2234" y="39396"/>
                </a:lnTo>
                <a:lnTo>
                  <a:pt x="0" y="28603"/>
                </a:lnTo>
                <a:lnTo>
                  <a:pt x="2149" y="17458"/>
                </a:lnTo>
                <a:lnTo>
                  <a:pt x="8063" y="8368"/>
                </a:lnTo>
                <a:lnTo>
                  <a:pt x="16945" y="2244"/>
                </a:lnTo>
                <a:lnTo>
                  <a:pt x="27995" y="0"/>
                </a:lnTo>
                <a:lnTo>
                  <a:pt x="39140" y="1901"/>
                </a:lnTo>
                <a:lnTo>
                  <a:pt x="48230" y="7911"/>
                </a:lnTo>
                <a:lnTo>
                  <a:pt x="54354" y="17116"/>
                </a:lnTo>
                <a:lnTo>
                  <a:pt x="56599" y="28603"/>
                </a:lnTo>
                <a:lnTo>
                  <a:pt x="54364" y="39396"/>
                </a:lnTo>
                <a:lnTo>
                  <a:pt x="48306" y="48306"/>
                </a:lnTo>
                <a:lnTo>
                  <a:pt x="39396" y="54364"/>
                </a:lnTo>
                <a:lnTo>
                  <a:pt x="28603" y="56599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7168114" y="244264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27995" y="56599"/>
                </a:moveTo>
                <a:lnTo>
                  <a:pt x="17202" y="54364"/>
                </a:lnTo>
                <a:lnTo>
                  <a:pt x="8292" y="48306"/>
                </a:lnTo>
                <a:lnTo>
                  <a:pt x="2234" y="39396"/>
                </a:lnTo>
                <a:lnTo>
                  <a:pt x="0" y="28603"/>
                </a:lnTo>
                <a:lnTo>
                  <a:pt x="2234" y="17458"/>
                </a:lnTo>
                <a:lnTo>
                  <a:pt x="8292" y="8368"/>
                </a:lnTo>
                <a:lnTo>
                  <a:pt x="17202" y="2244"/>
                </a:lnTo>
                <a:lnTo>
                  <a:pt x="27995" y="0"/>
                </a:lnTo>
                <a:lnTo>
                  <a:pt x="39044" y="2244"/>
                </a:lnTo>
                <a:lnTo>
                  <a:pt x="47926" y="8368"/>
                </a:lnTo>
                <a:lnTo>
                  <a:pt x="53841" y="17458"/>
                </a:lnTo>
                <a:lnTo>
                  <a:pt x="55990" y="28603"/>
                </a:lnTo>
                <a:lnTo>
                  <a:pt x="53841" y="39396"/>
                </a:lnTo>
                <a:lnTo>
                  <a:pt x="47926" y="48306"/>
                </a:lnTo>
                <a:lnTo>
                  <a:pt x="39044" y="54364"/>
                </a:lnTo>
                <a:lnTo>
                  <a:pt x="27995" y="56599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7033616" y="245481"/>
            <a:ext cx="57150" cy="56515"/>
          </a:xfrm>
          <a:custGeom>
            <a:avLst/>
            <a:gdLst/>
            <a:ahLst/>
            <a:cxnLst/>
            <a:rect l="l" t="t" r="r" b="b"/>
            <a:pathLst>
              <a:path w="57150" h="56514">
                <a:moveTo>
                  <a:pt x="28603" y="55990"/>
                </a:moveTo>
                <a:lnTo>
                  <a:pt x="27995" y="55990"/>
                </a:lnTo>
                <a:lnTo>
                  <a:pt x="17202" y="53755"/>
                </a:lnTo>
                <a:lnTo>
                  <a:pt x="8292" y="47698"/>
                </a:lnTo>
                <a:lnTo>
                  <a:pt x="2234" y="38788"/>
                </a:lnTo>
                <a:lnTo>
                  <a:pt x="0" y="27995"/>
                </a:lnTo>
                <a:lnTo>
                  <a:pt x="2149" y="17202"/>
                </a:lnTo>
                <a:lnTo>
                  <a:pt x="8063" y="8292"/>
                </a:lnTo>
                <a:lnTo>
                  <a:pt x="16945" y="2234"/>
                </a:lnTo>
                <a:lnTo>
                  <a:pt x="27995" y="0"/>
                </a:lnTo>
                <a:lnTo>
                  <a:pt x="38797" y="1882"/>
                </a:lnTo>
                <a:lnTo>
                  <a:pt x="47774" y="7759"/>
                </a:lnTo>
                <a:lnTo>
                  <a:pt x="54012" y="16603"/>
                </a:lnTo>
                <a:lnTo>
                  <a:pt x="56599" y="27386"/>
                </a:lnTo>
                <a:lnTo>
                  <a:pt x="54364" y="38531"/>
                </a:lnTo>
                <a:lnTo>
                  <a:pt x="48306" y="47622"/>
                </a:lnTo>
                <a:lnTo>
                  <a:pt x="39396" y="53746"/>
                </a:lnTo>
                <a:lnTo>
                  <a:pt x="28603" y="5599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7706719" y="242438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27995" y="55990"/>
                </a:moveTo>
                <a:lnTo>
                  <a:pt x="17202" y="53755"/>
                </a:lnTo>
                <a:lnTo>
                  <a:pt x="8292" y="47698"/>
                </a:lnTo>
                <a:lnTo>
                  <a:pt x="2234" y="38788"/>
                </a:lnTo>
                <a:lnTo>
                  <a:pt x="0" y="27995"/>
                </a:lnTo>
                <a:lnTo>
                  <a:pt x="2234" y="17202"/>
                </a:lnTo>
                <a:lnTo>
                  <a:pt x="8292" y="8292"/>
                </a:lnTo>
                <a:lnTo>
                  <a:pt x="17202" y="2234"/>
                </a:lnTo>
                <a:lnTo>
                  <a:pt x="27995" y="0"/>
                </a:lnTo>
                <a:lnTo>
                  <a:pt x="39130" y="2139"/>
                </a:lnTo>
                <a:lnTo>
                  <a:pt x="48154" y="7987"/>
                </a:lnTo>
                <a:lnTo>
                  <a:pt x="54098" y="16688"/>
                </a:lnTo>
                <a:lnTo>
                  <a:pt x="55990" y="27386"/>
                </a:lnTo>
                <a:lnTo>
                  <a:pt x="53841" y="38531"/>
                </a:lnTo>
                <a:lnTo>
                  <a:pt x="47926" y="47622"/>
                </a:lnTo>
                <a:lnTo>
                  <a:pt x="39045" y="53746"/>
                </a:lnTo>
                <a:lnTo>
                  <a:pt x="27995" y="5599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7572220" y="243047"/>
            <a:ext cx="57150" cy="56515"/>
          </a:xfrm>
          <a:custGeom>
            <a:avLst/>
            <a:gdLst/>
            <a:ahLst/>
            <a:cxnLst/>
            <a:rect l="l" t="t" r="r" b="b"/>
            <a:pathLst>
              <a:path w="57150" h="56514">
                <a:moveTo>
                  <a:pt x="28603" y="55990"/>
                </a:moveTo>
                <a:lnTo>
                  <a:pt x="27995" y="55990"/>
                </a:lnTo>
                <a:lnTo>
                  <a:pt x="17202" y="53755"/>
                </a:lnTo>
                <a:lnTo>
                  <a:pt x="8292" y="47698"/>
                </a:lnTo>
                <a:lnTo>
                  <a:pt x="2234" y="38788"/>
                </a:lnTo>
                <a:lnTo>
                  <a:pt x="0" y="27995"/>
                </a:lnTo>
                <a:lnTo>
                  <a:pt x="2149" y="17202"/>
                </a:lnTo>
                <a:lnTo>
                  <a:pt x="8063" y="8292"/>
                </a:lnTo>
                <a:lnTo>
                  <a:pt x="16945" y="2234"/>
                </a:lnTo>
                <a:lnTo>
                  <a:pt x="27995" y="0"/>
                </a:lnTo>
                <a:lnTo>
                  <a:pt x="39054" y="2149"/>
                </a:lnTo>
                <a:lnTo>
                  <a:pt x="48002" y="8063"/>
                </a:lnTo>
                <a:lnTo>
                  <a:pt x="54098" y="16945"/>
                </a:lnTo>
                <a:lnTo>
                  <a:pt x="56599" y="27995"/>
                </a:lnTo>
                <a:lnTo>
                  <a:pt x="54364" y="38788"/>
                </a:lnTo>
                <a:lnTo>
                  <a:pt x="48306" y="47698"/>
                </a:lnTo>
                <a:lnTo>
                  <a:pt x="39396" y="53755"/>
                </a:lnTo>
                <a:lnTo>
                  <a:pt x="28603" y="5599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6897291" y="404324"/>
            <a:ext cx="57150" cy="57785"/>
          </a:xfrm>
          <a:custGeom>
            <a:avLst/>
            <a:gdLst/>
            <a:ahLst/>
            <a:cxnLst/>
            <a:rect l="l" t="t" r="r" b="b"/>
            <a:pathLst>
              <a:path w="57150" h="57784">
                <a:moveTo>
                  <a:pt x="31646" y="57207"/>
                </a:moveTo>
                <a:lnTo>
                  <a:pt x="27995" y="57207"/>
                </a:lnTo>
                <a:lnTo>
                  <a:pt x="24343" y="57207"/>
                </a:lnTo>
                <a:lnTo>
                  <a:pt x="15214" y="54164"/>
                </a:lnTo>
                <a:lnTo>
                  <a:pt x="13997" y="52947"/>
                </a:lnTo>
                <a:lnTo>
                  <a:pt x="12171" y="52338"/>
                </a:lnTo>
                <a:lnTo>
                  <a:pt x="10954" y="51121"/>
                </a:lnTo>
                <a:lnTo>
                  <a:pt x="9128" y="49904"/>
                </a:lnTo>
                <a:lnTo>
                  <a:pt x="2434" y="43210"/>
                </a:lnTo>
                <a:lnTo>
                  <a:pt x="0" y="35906"/>
                </a:lnTo>
                <a:lnTo>
                  <a:pt x="0" y="21300"/>
                </a:lnTo>
                <a:lnTo>
                  <a:pt x="3042" y="13997"/>
                </a:lnTo>
                <a:lnTo>
                  <a:pt x="9737" y="7303"/>
                </a:lnTo>
                <a:lnTo>
                  <a:pt x="11563" y="6085"/>
                </a:lnTo>
                <a:lnTo>
                  <a:pt x="12780" y="4868"/>
                </a:lnTo>
                <a:lnTo>
                  <a:pt x="14606" y="3651"/>
                </a:lnTo>
                <a:lnTo>
                  <a:pt x="15823" y="3042"/>
                </a:lnTo>
                <a:lnTo>
                  <a:pt x="23126" y="608"/>
                </a:lnTo>
                <a:lnTo>
                  <a:pt x="26778" y="0"/>
                </a:lnTo>
                <a:lnTo>
                  <a:pt x="30429" y="0"/>
                </a:lnTo>
                <a:lnTo>
                  <a:pt x="34081" y="608"/>
                </a:lnTo>
                <a:lnTo>
                  <a:pt x="35906" y="608"/>
                </a:lnTo>
                <a:lnTo>
                  <a:pt x="37732" y="1217"/>
                </a:lnTo>
                <a:lnTo>
                  <a:pt x="39558" y="2434"/>
                </a:lnTo>
                <a:lnTo>
                  <a:pt x="41384" y="3042"/>
                </a:lnTo>
                <a:lnTo>
                  <a:pt x="42601" y="4260"/>
                </a:lnTo>
                <a:lnTo>
                  <a:pt x="44427" y="4868"/>
                </a:lnTo>
                <a:lnTo>
                  <a:pt x="46252" y="6085"/>
                </a:lnTo>
                <a:lnTo>
                  <a:pt x="54164" y="13997"/>
                </a:lnTo>
                <a:lnTo>
                  <a:pt x="56599" y="21300"/>
                </a:lnTo>
                <a:lnTo>
                  <a:pt x="56599" y="35906"/>
                </a:lnTo>
                <a:lnTo>
                  <a:pt x="53556" y="43210"/>
                </a:lnTo>
                <a:lnTo>
                  <a:pt x="46861" y="49904"/>
                </a:lnTo>
                <a:lnTo>
                  <a:pt x="45035" y="51121"/>
                </a:lnTo>
                <a:lnTo>
                  <a:pt x="42601" y="53556"/>
                </a:lnTo>
                <a:lnTo>
                  <a:pt x="31646" y="57207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7436504" y="403107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27995" y="56599"/>
                </a:moveTo>
                <a:lnTo>
                  <a:pt x="17202" y="54364"/>
                </a:lnTo>
                <a:lnTo>
                  <a:pt x="8292" y="48307"/>
                </a:lnTo>
                <a:lnTo>
                  <a:pt x="2234" y="39396"/>
                </a:lnTo>
                <a:lnTo>
                  <a:pt x="0" y="28603"/>
                </a:lnTo>
                <a:lnTo>
                  <a:pt x="2234" y="17458"/>
                </a:lnTo>
                <a:lnTo>
                  <a:pt x="8292" y="8368"/>
                </a:lnTo>
                <a:lnTo>
                  <a:pt x="17202" y="2244"/>
                </a:lnTo>
                <a:lnTo>
                  <a:pt x="27995" y="0"/>
                </a:lnTo>
                <a:lnTo>
                  <a:pt x="38788" y="2158"/>
                </a:lnTo>
                <a:lnTo>
                  <a:pt x="47698" y="8139"/>
                </a:lnTo>
                <a:lnTo>
                  <a:pt x="53755" y="17202"/>
                </a:lnTo>
                <a:lnTo>
                  <a:pt x="55990" y="28603"/>
                </a:lnTo>
                <a:lnTo>
                  <a:pt x="53841" y="39396"/>
                </a:lnTo>
                <a:lnTo>
                  <a:pt x="47926" y="48307"/>
                </a:lnTo>
                <a:lnTo>
                  <a:pt x="39044" y="54364"/>
                </a:lnTo>
                <a:lnTo>
                  <a:pt x="27995" y="56599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7302005" y="40371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603" y="56599"/>
                </a:moveTo>
                <a:lnTo>
                  <a:pt x="27995" y="56599"/>
                </a:lnTo>
                <a:lnTo>
                  <a:pt x="17202" y="54364"/>
                </a:lnTo>
                <a:lnTo>
                  <a:pt x="8292" y="48306"/>
                </a:lnTo>
                <a:lnTo>
                  <a:pt x="2234" y="39396"/>
                </a:lnTo>
                <a:lnTo>
                  <a:pt x="0" y="28603"/>
                </a:lnTo>
                <a:lnTo>
                  <a:pt x="2149" y="17458"/>
                </a:lnTo>
                <a:lnTo>
                  <a:pt x="8063" y="8368"/>
                </a:lnTo>
                <a:lnTo>
                  <a:pt x="16945" y="2244"/>
                </a:lnTo>
                <a:lnTo>
                  <a:pt x="27995" y="0"/>
                </a:lnTo>
                <a:lnTo>
                  <a:pt x="38797" y="2158"/>
                </a:lnTo>
                <a:lnTo>
                  <a:pt x="47774" y="8139"/>
                </a:lnTo>
                <a:lnTo>
                  <a:pt x="54012" y="17202"/>
                </a:lnTo>
                <a:lnTo>
                  <a:pt x="56599" y="28603"/>
                </a:lnTo>
                <a:lnTo>
                  <a:pt x="54364" y="39396"/>
                </a:lnTo>
                <a:lnTo>
                  <a:pt x="48306" y="48306"/>
                </a:lnTo>
                <a:lnTo>
                  <a:pt x="39396" y="54364"/>
                </a:lnTo>
                <a:lnTo>
                  <a:pt x="28603" y="56599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7166897" y="404324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27995" y="56599"/>
                </a:moveTo>
                <a:lnTo>
                  <a:pt x="17202" y="54364"/>
                </a:lnTo>
                <a:lnTo>
                  <a:pt x="8292" y="48307"/>
                </a:lnTo>
                <a:lnTo>
                  <a:pt x="2234" y="39396"/>
                </a:lnTo>
                <a:lnTo>
                  <a:pt x="0" y="28603"/>
                </a:lnTo>
                <a:lnTo>
                  <a:pt x="2234" y="17458"/>
                </a:lnTo>
                <a:lnTo>
                  <a:pt x="8292" y="8368"/>
                </a:lnTo>
                <a:lnTo>
                  <a:pt x="17202" y="2244"/>
                </a:lnTo>
                <a:lnTo>
                  <a:pt x="27995" y="0"/>
                </a:lnTo>
                <a:lnTo>
                  <a:pt x="39130" y="2158"/>
                </a:lnTo>
                <a:lnTo>
                  <a:pt x="48154" y="8139"/>
                </a:lnTo>
                <a:lnTo>
                  <a:pt x="54098" y="17202"/>
                </a:lnTo>
                <a:lnTo>
                  <a:pt x="55990" y="28603"/>
                </a:lnTo>
                <a:lnTo>
                  <a:pt x="53841" y="39396"/>
                </a:lnTo>
                <a:lnTo>
                  <a:pt x="47926" y="48307"/>
                </a:lnTo>
                <a:lnTo>
                  <a:pt x="39044" y="54364"/>
                </a:lnTo>
                <a:lnTo>
                  <a:pt x="27995" y="56599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7032399" y="404932"/>
            <a:ext cx="57150" cy="56515"/>
          </a:xfrm>
          <a:custGeom>
            <a:avLst/>
            <a:gdLst/>
            <a:ahLst/>
            <a:cxnLst/>
            <a:rect l="l" t="t" r="r" b="b"/>
            <a:pathLst>
              <a:path w="57150" h="56515">
                <a:moveTo>
                  <a:pt x="28603" y="55990"/>
                </a:moveTo>
                <a:lnTo>
                  <a:pt x="27995" y="55990"/>
                </a:lnTo>
                <a:lnTo>
                  <a:pt x="17202" y="53755"/>
                </a:lnTo>
                <a:lnTo>
                  <a:pt x="8292" y="47698"/>
                </a:lnTo>
                <a:lnTo>
                  <a:pt x="2234" y="38788"/>
                </a:lnTo>
                <a:lnTo>
                  <a:pt x="0" y="27995"/>
                </a:lnTo>
                <a:lnTo>
                  <a:pt x="2149" y="17202"/>
                </a:lnTo>
                <a:lnTo>
                  <a:pt x="8063" y="8292"/>
                </a:lnTo>
                <a:lnTo>
                  <a:pt x="16945" y="2234"/>
                </a:lnTo>
                <a:lnTo>
                  <a:pt x="27995" y="0"/>
                </a:lnTo>
                <a:lnTo>
                  <a:pt x="38797" y="2139"/>
                </a:lnTo>
                <a:lnTo>
                  <a:pt x="47774" y="7987"/>
                </a:lnTo>
                <a:lnTo>
                  <a:pt x="54012" y="16688"/>
                </a:lnTo>
                <a:lnTo>
                  <a:pt x="56599" y="27386"/>
                </a:lnTo>
                <a:lnTo>
                  <a:pt x="54364" y="38531"/>
                </a:lnTo>
                <a:lnTo>
                  <a:pt x="48306" y="47622"/>
                </a:lnTo>
                <a:lnTo>
                  <a:pt x="39396" y="53746"/>
                </a:lnTo>
                <a:lnTo>
                  <a:pt x="28603" y="5599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7571003" y="402498"/>
            <a:ext cx="57150" cy="56515"/>
          </a:xfrm>
          <a:custGeom>
            <a:avLst/>
            <a:gdLst/>
            <a:ahLst/>
            <a:cxnLst/>
            <a:rect l="l" t="t" r="r" b="b"/>
            <a:pathLst>
              <a:path w="57150" h="56515">
                <a:moveTo>
                  <a:pt x="28603" y="55990"/>
                </a:moveTo>
                <a:lnTo>
                  <a:pt x="27995" y="55990"/>
                </a:lnTo>
                <a:lnTo>
                  <a:pt x="17202" y="53755"/>
                </a:lnTo>
                <a:lnTo>
                  <a:pt x="8292" y="47698"/>
                </a:lnTo>
                <a:lnTo>
                  <a:pt x="2234" y="38788"/>
                </a:lnTo>
                <a:lnTo>
                  <a:pt x="0" y="27995"/>
                </a:lnTo>
                <a:lnTo>
                  <a:pt x="2149" y="17202"/>
                </a:lnTo>
                <a:lnTo>
                  <a:pt x="8063" y="8292"/>
                </a:lnTo>
                <a:lnTo>
                  <a:pt x="16945" y="2234"/>
                </a:lnTo>
                <a:lnTo>
                  <a:pt x="27995" y="0"/>
                </a:lnTo>
                <a:lnTo>
                  <a:pt x="39054" y="2149"/>
                </a:lnTo>
                <a:lnTo>
                  <a:pt x="48002" y="8063"/>
                </a:lnTo>
                <a:lnTo>
                  <a:pt x="54098" y="16945"/>
                </a:lnTo>
                <a:lnTo>
                  <a:pt x="56599" y="27995"/>
                </a:lnTo>
                <a:lnTo>
                  <a:pt x="54364" y="38788"/>
                </a:lnTo>
                <a:lnTo>
                  <a:pt x="48306" y="47698"/>
                </a:lnTo>
                <a:lnTo>
                  <a:pt x="39396" y="53755"/>
                </a:lnTo>
                <a:lnTo>
                  <a:pt x="28603" y="5599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6896074" y="574273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35906" y="56446"/>
                </a:moveTo>
                <a:lnTo>
                  <a:pt x="27995" y="56446"/>
                </a:lnTo>
                <a:lnTo>
                  <a:pt x="20692" y="56446"/>
                </a:lnTo>
                <a:lnTo>
                  <a:pt x="13389" y="53403"/>
                </a:lnTo>
                <a:lnTo>
                  <a:pt x="2434" y="42449"/>
                </a:lnTo>
                <a:lnTo>
                  <a:pt x="0" y="35146"/>
                </a:lnTo>
                <a:lnTo>
                  <a:pt x="0" y="20540"/>
                </a:lnTo>
                <a:lnTo>
                  <a:pt x="3042" y="13236"/>
                </a:lnTo>
                <a:lnTo>
                  <a:pt x="8520" y="7759"/>
                </a:lnTo>
                <a:lnTo>
                  <a:pt x="17611" y="1939"/>
                </a:lnTo>
                <a:lnTo>
                  <a:pt x="28299" y="0"/>
                </a:lnTo>
                <a:lnTo>
                  <a:pt x="38987" y="1939"/>
                </a:lnTo>
                <a:lnTo>
                  <a:pt x="48078" y="7759"/>
                </a:lnTo>
                <a:lnTo>
                  <a:pt x="53556" y="13236"/>
                </a:lnTo>
                <a:lnTo>
                  <a:pt x="55990" y="20540"/>
                </a:lnTo>
                <a:lnTo>
                  <a:pt x="55990" y="35146"/>
                </a:lnTo>
                <a:lnTo>
                  <a:pt x="52947" y="42449"/>
                </a:lnTo>
                <a:lnTo>
                  <a:pt x="47470" y="47926"/>
                </a:lnTo>
                <a:lnTo>
                  <a:pt x="43210" y="53403"/>
                </a:lnTo>
                <a:lnTo>
                  <a:pt x="35906" y="56446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7435287" y="571687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27995" y="56599"/>
                </a:moveTo>
                <a:lnTo>
                  <a:pt x="17202" y="54364"/>
                </a:lnTo>
                <a:lnTo>
                  <a:pt x="8292" y="48306"/>
                </a:lnTo>
                <a:lnTo>
                  <a:pt x="2234" y="39396"/>
                </a:lnTo>
                <a:lnTo>
                  <a:pt x="0" y="28603"/>
                </a:lnTo>
                <a:lnTo>
                  <a:pt x="2234" y="17458"/>
                </a:lnTo>
                <a:lnTo>
                  <a:pt x="8292" y="8368"/>
                </a:lnTo>
                <a:lnTo>
                  <a:pt x="17202" y="2244"/>
                </a:lnTo>
                <a:lnTo>
                  <a:pt x="27995" y="0"/>
                </a:lnTo>
                <a:lnTo>
                  <a:pt x="38788" y="2244"/>
                </a:lnTo>
                <a:lnTo>
                  <a:pt x="47698" y="8368"/>
                </a:lnTo>
                <a:lnTo>
                  <a:pt x="53755" y="17458"/>
                </a:lnTo>
                <a:lnTo>
                  <a:pt x="55990" y="28603"/>
                </a:lnTo>
                <a:lnTo>
                  <a:pt x="53841" y="39396"/>
                </a:lnTo>
                <a:lnTo>
                  <a:pt x="47926" y="48306"/>
                </a:lnTo>
                <a:lnTo>
                  <a:pt x="39044" y="54364"/>
                </a:lnTo>
                <a:lnTo>
                  <a:pt x="27995" y="56599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7300788" y="57229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603" y="56599"/>
                </a:moveTo>
                <a:lnTo>
                  <a:pt x="27995" y="56599"/>
                </a:lnTo>
                <a:lnTo>
                  <a:pt x="17202" y="54364"/>
                </a:lnTo>
                <a:lnTo>
                  <a:pt x="8292" y="48306"/>
                </a:lnTo>
                <a:lnTo>
                  <a:pt x="2234" y="39396"/>
                </a:lnTo>
                <a:lnTo>
                  <a:pt x="0" y="28603"/>
                </a:lnTo>
                <a:lnTo>
                  <a:pt x="2149" y="17458"/>
                </a:lnTo>
                <a:lnTo>
                  <a:pt x="8063" y="8368"/>
                </a:lnTo>
                <a:lnTo>
                  <a:pt x="16945" y="2244"/>
                </a:lnTo>
                <a:lnTo>
                  <a:pt x="27995" y="0"/>
                </a:lnTo>
                <a:lnTo>
                  <a:pt x="38797" y="2244"/>
                </a:lnTo>
                <a:lnTo>
                  <a:pt x="47774" y="8368"/>
                </a:lnTo>
                <a:lnTo>
                  <a:pt x="54012" y="17458"/>
                </a:lnTo>
                <a:lnTo>
                  <a:pt x="56599" y="28603"/>
                </a:lnTo>
                <a:lnTo>
                  <a:pt x="54364" y="39396"/>
                </a:lnTo>
                <a:lnTo>
                  <a:pt x="48306" y="48306"/>
                </a:lnTo>
                <a:lnTo>
                  <a:pt x="39396" y="54364"/>
                </a:lnTo>
                <a:lnTo>
                  <a:pt x="28603" y="56599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7165680" y="572904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27995" y="55990"/>
                </a:moveTo>
                <a:lnTo>
                  <a:pt x="17202" y="53755"/>
                </a:lnTo>
                <a:lnTo>
                  <a:pt x="8292" y="47698"/>
                </a:lnTo>
                <a:lnTo>
                  <a:pt x="2234" y="38788"/>
                </a:lnTo>
                <a:lnTo>
                  <a:pt x="0" y="27995"/>
                </a:lnTo>
                <a:lnTo>
                  <a:pt x="2234" y="17202"/>
                </a:lnTo>
                <a:lnTo>
                  <a:pt x="8292" y="8292"/>
                </a:lnTo>
                <a:lnTo>
                  <a:pt x="17202" y="2234"/>
                </a:lnTo>
                <a:lnTo>
                  <a:pt x="27995" y="0"/>
                </a:lnTo>
                <a:lnTo>
                  <a:pt x="39130" y="2234"/>
                </a:lnTo>
                <a:lnTo>
                  <a:pt x="48154" y="8292"/>
                </a:lnTo>
                <a:lnTo>
                  <a:pt x="54098" y="17202"/>
                </a:lnTo>
                <a:lnTo>
                  <a:pt x="55990" y="27995"/>
                </a:lnTo>
                <a:lnTo>
                  <a:pt x="53841" y="38788"/>
                </a:lnTo>
                <a:lnTo>
                  <a:pt x="47926" y="47698"/>
                </a:lnTo>
                <a:lnTo>
                  <a:pt x="39044" y="53755"/>
                </a:lnTo>
                <a:lnTo>
                  <a:pt x="27995" y="5599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7031182" y="573512"/>
            <a:ext cx="57150" cy="56515"/>
          </a:xfrm>
          <a:custGeom>
            <a:avLst/>
            <a:gdLst/>
            <a:ahLst/>
            <a:cxnLst/>
            <a:rect l="l" t="t" r="r" b="b"/>
            <a:pathLst>
              <a:path w="57150" h="56515">
                <a:moveTo>
                  <a:pt x="28603" y="55990"/>
                </a:moveTo>
                <a:lnTo>
                  <a:pt x="27995" y="55990"/>
                </a:lnTo>
                <a:lnTo>
                  <a:pt x="17202" y="53755"/>
                </a:lnTo>
                <a:lnTo>
                  <a:pt x="8292" y="47698"/>
                </a:lnTo>
                <a:lnTo>
                  <a:pt x="2234" y="38788"/>
                </a:lnTo>
                <a:lnTo>
                  <a:pt x="0" y="27995"/>
                </a:lnTo>
                <a:lnTo>
                  <a:pt x="2149" y="17202"/>
                </a:lnTo>
                <a:lnTo>
                  <a:pt x="8063" y="8292"/>
                </a:lnTo>
                <a:lnTo>
                  <a:pt x="16945" y="2234"/>
                </a:lnTo>
                <a:lnTo>
                  <a:pt x="27995" y="0"/>
                </a:lnTo>
                <a:lnTo>
                  <a:pt x="38797" y="2225"/>
                </a:lnTo>
                <a:lnTo>
                  <a:pt x="47774" y="8216"/>
                </a:lnTo>
                <a:lnTo>
                  <a:pt x="54012" y="16945"/>
                </a:lnTo>
                <a:lnTo>
                  <a:pt x="56599" y="27386"/>
                </a:lnTo>
                <a:lnTo>
                  <a:pt x="54364" y="38531"/>
                </a:lnTo>
                <a:lnTo>
                  <a:pt x="48306" y="47622"/>
                </a:lnTo>
                <a:lnTo>
                  <a:pt x="39396" y="53746"/>
                </a:lnTo>
                <a:lnTo>
                  <a:pt x="28603" y="5599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6894857" y="742225"/>
            <a:ext cx="57785" cy="57150"/>
          </a:xfrm>
          <a:custGeom>
            <a:avLst/>
            <a:gdLst/>
            <a:ahLst/>
            <a:cxnLst/>
            <a:rect l="l" t="t" r="r" b="b"/>
            <a:pathLst>
              <a:path w="57784" h="57150">
                <a:moveTo>
                  <a:pt x="35906" y="57074"/>
                </a:moveTo>
                <a:lnTo>
                  <a:pt x="27995" y="57074"/>
                </a:lnTo>
                <a:lnTo>
                  <a:pt x="24343" y="57074"/>
                </a:lnTo>
                <a:lnTo>
                  <a:pt x="15214" y="54031"/>
                </a:lnTo>
                <a:lnTo>
                  <a:pt x="13389" y="52814"/>
                </a:lnTo>
                <a:lnTo>
                  <a:pt x="12171" y="52205"/>
                </a:lnTo>
                <a:lnTo>
                  <a:pt x="10954" y="50988"/>
                </a:lnTo>
                <a:lnTo>
                  <a:pt x="9128" y="49771"/>
                </a:lnTo>
                <a:lnTo>
                  <a:pt x="2434" y="43077"/>
                </a:lnTo>
                <a:lnTo>
                  <a:pt x="0" y="35773"/>
                </a:lnTo>
                <a:lnTo>
                  <a:pt x="0" y="21167"/>
                </a:lnTo>
                <a:lnTo>
                  <a:pt x="3042" y="13864"/>
                </a:lnTo>
                <a:lnTo>
                  <a:pt x="9737" y="7170"/>
                </a:lnTo>
                <a:lnTo>
                  <a:pt x="11563" y="5952"/>
                </a:lnTo>
                <a:lnTo>
                  <a:pt x="13997" y="3518"/>
                </a:lnTo>
                <a:lnTo>
                  <a:pt x="23126" y="475"/>
                </a:lnTo>
                <a:lnTo>
                  <a:pt x="30030" y="0"/>
                </a:lnTo>
                <a:lnTo>
                  <a:pt x="36819" y="1236"/>
                </a:lnTo>
                <a:lnTo>
                  <a:pt x="43152" y="4069"/>
                </a:lnTo>
                <a:lnTo>
                  <a:pt x="48687" y="8387"/>
                </a:lnTo>
                <a:lnTo>
                  <a:pt x="49904" y="9604"/>
                </a:lnTo>
                <a:lnTo>
                  <a:pt x="51121" y="11430"/>
                </a:lnTo>
                <a:lnTo>
                  <a:pt x="53556" y="13864"/>
                </a:lnTo>
                <a:lnTo>
                  <a:pt x="57207" y="24819"/>
                </a:lnTo>
                <a:lnTo>
                  <a:pt x="57207" y="35773"/>
                </a:lnTo>
                <a:lnTo>
                  <a:pt x="54164" y="43076"/>
                </a:lnTo>
                <a:lnTo>
                  <a:pt x="43210" y="54031"/>
                </a:lnTo>
                <a:lnTo>
                  <a:pt x="35906" y="57074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7029965" y="742701"/>
            <a:ext cx="57150" cy="56515"/>
          </a:xfrm>
          <a:custGeom>
            <a:avLst/>
            <a:gdLst/>
            <a:ahLst/>
            <a:cxnLst/>
            <a:rect l="l" t="t" r="r" b="b"/>
            <a:pathLst>
              <a:path w="57150" h="56515">
                <a:moveTo>
                  <a:pt x="28603" y="55990"/>
                </a:moveTo>
                <a:lnTo>
                  <a:pt x="27995" y="55990"/>
                </a:lnTo>
                <a:lnTo>
                  <a:pt x="17202" y="53755"/>
                </a:lnTo>
                <a:lnTo>
                  <a:pt x="8292" y="47698"/>
                </a:lnTo>
                <a:lnTo>
                  <a:pt x="2234" y="38788"/>
                </a:lnTo>
                <a:lnTo>
                  <a:pt x="0" y="27995"/>
                </a:lnTo>
                <a:lnTo>
                  <a:pt x="2149" y="17202"/>
                </a:lnTo>
                <a:lnTo>
                  <a:pt x="8063" y="8292"/>
                </a:lnTo>
                <a:lnTo>
                  <a:pt x="16945" y="2234"/>
                </a:lnTo>
                <a:lnTo>
                  <a:pt x="27995" y="0"/>
                </a:lnTo>
                <a:lnTo>
                  <a:pt x="39054" y="2149"/>
                </a:lnTo>
                <a:lnTo>
                  <a:pt x="48002" y="8063"/>
                </a:lnTo>
                <a:lnTo>
                  <a:pt x="54098" y="16945"/>
                </a:lnTo>
                <a:lnTo>
                  <a:pt x="56599" y="27995"/>
                </a:lnTo>
                <a:lnTo>
                  <a:pt x="54364" y="38788"/>
                </a:lnTo>
                <a:lnTo>
                  <a:pt x="48306" y="47698"/>
                </a:lnTo>
                <a:lnTo>
                  <a:pt x="39396" y="53755"/>
                </a:lnTo>
                <a:lnTo>
                  <a:pt x="28603" y="5599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7164463" y="742092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27995" y="56599"/>
                </a:moveTo>
                <a:lnTo>
                  <a:pt x="17202" y="54364"/>
                </a:lnTo>
                <a:lnTo>
                  <a:pt x="8292" y="48306"/>
                </a:lnTo>
                <a:lnTo>
                  <a:pt x="2234" y="39396"/>
                </a:lnTo>
                <a:lnTo>
                  <a:pt x="0" y="28603"/>
                </a:lnTo>
                <a:lnTo>
                  <a:pt x="2234" y="17458"/>
                </a:lnTo>
                <a:lnTo>
                  <a:pt x="8292" y="8368"/>
                </a:lnTo>
                <a:lnTo>
                  <a:pt x="17202" y="2244"/>
                </a:lnTo>
                <a:lnTo>
                  <a:pt x="27995" y="0"/>
                </a:lnTo>
                <a:lnTo>
                  <a:pt x="39130" y="2158"/>
                </a:lnTo>
                <a:lnTo>
                  <a:pt x="48154" y="8139"/>
                </a:lnTo>
                <a:lnTo>
                  <a:pt x="54098" y="17202"/>
                </a:lnTo>
                <a:lnTo>
                  <a:pt x="55990" y="28603"/>
                </a:lnTo>
                <a:lnTo>
                  <a:pt x="53841" y="39396"/>
                </a:lnTo>
                <a:lnTo>
                  <a:pt x="47926" y="48306"/>
                </a:lnTo>
                <a:lnTo>
                  <a:pt x="39044" y="54364"/>
                </a:lnTo>
                <a:lnTo>
                  <a:pt x="27995" y="56599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7299570" y="74148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603" y="56599"/>
                </a:moveTo>
                <a:lnTo>
                  <a:pt x="27995" y="56599"/>
                </a:lnTo>
                <a:lnTo>
                  <a:pt x="17202" y="54364"/>
                </a:lnTo>
                <a:lnTo>
                  <a:pt x="8292" y="48306"/>
                </a:lnTo>
                <a:lnTo>
                  <a:pt x="2234" y="39396"/>
                </a:lnTo>
                <a:lnTo>
                  <a:pt x="0" y="28603"/>
                </a:lnTo>
                <a:lnTo>
                  <a:pt x="2149" y="17459"/>
                </a:lnTo>
                <a:lnTo>
                  <a:pt x="8063" y="8368"/>
                </a:lnTo>
                <a:lnTo>
                  <a:pt x="16945" y="2244"/>
                </a:lnTo>
                <a:lnTo>
                  <a:pt x="27995" y="0"/>
                </a:lnTo>
                <a:lnTo>
                  <a:pt x="38797" y="2158"/>
                </a:lnTo>
                <a:lnTo>
                  <a:pt x="47774" y="8139"/>
                </a:lnTo>
                <a:lnTo>
                  <a:pt x="54012" y="17202"/>
                </a:lnTo>
                <a:lnTo>
                  <a:pt x="56599" y="28603"/>
                </a:lnTo>
                <a:lnTo>
                  <a:pt x="54364" y="39396"/>
                </a:lnTo>
                <a:lnTo>
                  <a:pt x="48306" y="48306"/>
                </a:lnTo>
                <a:lnTo>
                  <a:pt x="39396" y="54364"/>
                </a:lnTo>
                <a:lnTo>
                  <a:pt x="28603" y="56599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6893640" y="911281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4" h="57784">
                <a:moveTo>
                  <a:pt x="35906" y="57207"/>
                </a:moveTo>
                <a:lnTo>
                  <a:pt x="28603" y="57207"/>
                </a:lnTo>
                <a:lnTo>
                  <a:pt x="21300" y="57207"/>
                </a:lnTo>
                <a:lnTo>
                  <a:pt x="13997" y="54164"/>
                </a:lnTo>
                <a:lnTo>
                  <a:pt x="7303" y="47470"/>
                </a:lnTo>
                <a:lnTo>
                  <a:pt x="6085" y="45644"/>
                </a:lnTo>
                <a:lnTo>
                  <a:pt x="3651" y="43210"/>
                </a:lnTo>
                <a:lnTo>
                  <a:pt x="0" y="32255"/>
                </a:lnTo>
                <a:lnTo>
                  <a:pt x="0" y="24952"/>
                </a:lnTo>
                <a:lnTo>
                  <a:pt x="1217" y="21300"/>
                </a:lnTo>
                <a:lnTo>
                  <a:pt x="1217" y="19474"/>
                </a:lnTo>
                <a:lnTo>
                  <a:pt x="2434" y="17649"/>
                </a:lnTo>
                <a:lnTo>
                  <a:pt x="3042" y="15823"/>
                </a:lnTo>
                <a:lnTo>
                  <a:pt x="4260" y="13997"/>
                </a:lnTo>
                <a:lnTo>
                  <a:pt x="4868" y="12780"/>
                </a:lnTo>
                <a:lnTo>
                  <a:pt x="6085" y="11563"/>
                </a:lnTo>
                <a:lnTo>
                  <a:pt x="7303" y="9737"/>
                </a:lnTo>
                <a:lnTo>
                  <a:pt x="9737" y="7303"/>
                </a:lnTo>
                <a:lnTo>
                  <a:pt x="11563" y="6086"/>
                </a:lnTo>
                <a:lnTo>
                  <a:pt x="12780" y="4868"/>
                </a:lnTo>
                <a:lnTo>
                  <a:pt x="14606" y="3651"/>
                </a:lnTo>
                <a:lnTo>
                  <a:pt x="15823" y="3042"/>
                </a:lnTo>
                <a:lnTo>
                  <a:pt x="23126" y="608"/>
                </a:lnTo>
                <a:lnTo>
                  <a:pt x="26778" y="0"/>
                </a:lnTo>
                <a:lnTo>
                  <a:pt x="30429" y="0"/>
                </a:lnTo>
                <a:lnTo>
                  <a:pt x="34081" y="608"/>
                </a:lnTo>
                <a:lnTo>
                  <a:pt x="35906" y="608"/>
                </a:lnTo>
                <a:lnTo>
                  <a:pt x="37732" y="1217"/>
                </a:lnTo>
                <a:lnTo>
                  <a:pt x="39558" y="2434"/>
                </a:lnTo>
                <a:lnTo>
                  <a:pt x="41384" y="3043"/>
                </a:lnTo>
                <a:lnTo>
                  <a:pt x="42601" y="4260"/>
                </a:lnTo>
                <a:lnTo>
                  <a:pt x="44427" y="4868"/>
                </a:lnTo>
                <a:lnTo>
                  <a:pt x="46252" y="6085"/>
                </a:lnTo>
                <a:lnTo>
                  <a:pt x="49904" y="9737"/>
                </a:lnTo>
                <a:lnTo>
                  <a:pt x="51121" y="11563"/>
                </a:lnTo>
                <a:lnTo>
                  <a:pt x="53556" y="13997"/>
                </a:lnTo>
                <a:lnTo>
                  <a:pt x="57207" y="24952"/>
                </a:lnTo>
                <a:lnTo>
                  <a:pt x="57207" y="32255"/>
                </a:lnTo>
                <a:lnTo>
                  <a:pt x="54164" y="41384"/>
                </a:lnTo>
                <a:lnTo>
                  <a:pt x="52947" y="43210"/>
                </a:lnTo>
                <a:lnTo>
                  <a:pt x="52338" y="44427"/>
                </a:lnTo>
                <a:lnTo>
                  <a:pt x="51121" y="46252"/>
                </a:lnTo>
                <a:lnTo>
                  <a:pt x="43210" y="54164"/>
                </a:lnTo>
                <a:lnTo>
                  <a:pt x="35906" y="57207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7163246" y="910672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27995" y="56599"/>
                </a:moveTo>
                <a:lnTo>
                  <a:pt x="17202" y="54364"/>
                </a:lnTo>
                <a:lnTo>
                  <a:pt x="8292" y="48307"/>
                </a:lnTo>
                <a:lnTo>
                  <a:pt x="2234" y="39396"/>
                </a:lnTo>
                <a:lnTo>
                  <a:pt x="0" y="28603"/>
                </a:lnTo>
                <a:lnTo>
                  <a:pt x="2234" y="17459"/>
                </a:lnTo>
                <a:lnTo>
                  <a:pt x="8292" y="8368"/>
                </a:lnTo>
                <a:lnTo>
                  <a:pt x="17202" y="2244"/>
                </a:lnTo>
                <a:lnTo>
                  <a:pt x="27995" y="0"/>
                </a:lnTo>
                <a:lnTo>
                  <a:pt x="39130" y="2244"/>
                </a:lnTo>
                <a:lnTo>
                  <a:pt x="48154" y="8368"/>
                </a:lnTo>
                <a:lnTo>
                  <a:pt x="54098" y="17458"/>
                </a:lnTo>
                <a:lnTo>
                  <a:pt x="55990" y="28603"/>
                </a:lnTo>
                <a:lnTo>
                  <a:pt x="53841" y="39396"/>
                </a:lnTo>
                <a:lnTo>
                  <a:pt x="47926" y="48307"/>
                </a:lnTo>
                <a:lnTo>
                  <a:pt x="39044" y="54364"/>
                </a:lnTo>
                <a:lnTo>
                  <a:pt x="27995" y="56599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7028748" y="911281"/>
            <a:ext cx="57150" cy="56515"/>
          </a:xfrm>
          <a:custGeom>
            <a:avLst/>
            <a:gdLst/>
            <a:ahLst/>
            <a:cxnLst/>
            <a:rect l="l" t="t" r="r" b="b"/>
            <a:pathLst>
              <a:path w="57150" h="56515">
                <a:moveTo>
                  <a:pt x="28603" y="55990"/>
                </a:moveTo>
                <a:lnTo>
                  <a:pt x="27995" y="55990"/>
                </a:lnTo>
                <a:lnTo>
                  <a:pt x="17202" y="53755"/>
                </a:lnTo>
                <a:lnTo>
                  <a:pt x="8292" y="47698"/>
                </a:lnTo>
                <a:lnTo>
                  <a:pt x="2234" y="38788"/>
                </a:lnTo>
                <a:lnTo>
                  <a:pt x="0" y="27995"/>
                </a:lnTo>
                <a:lnTo>
                  <a:pt x="2149" y="17202"/>
                </a:lnTo>
                <a:lnTo>
                  <a:pt x="8063" y="8292"/>
                </a:lnTo>
                <a:lnTo>
                  <a:pt x="16945" y="2234"/>
                </a:lnTo>
                <a:lnTo>
                  <a:pt x="27995" y="0"/>
                </a:lnTo>
                <a:lnTo>
                  <a:pt x="39140" y="2234"/>
                </a:lnTo>
                <a:lnTo>
                  <a:pt x="48230" y="8292"/>
                </a:lnTo>
                <a:lnTo>
                  <a:pt x="54354" y="17202"/>
                </a:lnTo>
                <a:lnTo>
                  <a:pt x="56599" y="27995"/>
                </a:lnTo>
                <a:lnTo>
                  <a:pt x="54364" y="38788"/>
                </a:lnTo>
                <a:lnTo>
                  <a:pt x="48306" y="47698"/>
                </a:lnTo>
                <a:lnTo>
                  <a:pt x="39396" y="53755"/>
                </a:lnTo>
                <a:lnTo>
                  <a:pt x="28603" y="5599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6892423" y="1060995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4" h="57784">
                <a:moveTo>
                  <a:pt x="35906" y="57207"/>
                </a:moveTo>
                <a:lnTo>
                  <a:pt x="28603" y="57207"/>
                </a:lnTo>
                <a:lnTo>
                  <a:pt x="21300" y="57207"/>
                </a:lnTo>
                <a:lnTo>
                  <a:pt x="13997" y="54164"/>
                </a:lnTo>
                <a:lnTo>
                  <a:pt x="7303" y="47470"/>
                </a:lnTo>
                <a:lnTo>
                  <a:pt x="6085" y="45644"/>
                </a:lnTo>
                <a:lnTo>
                  <a:pt x="3651" y="43209"/>
                </a:lnTo>
                <a:lnTo>
                  <a:pt x="0" y="32255"/>
                </a:lnTo>
                <a:lnTo>
                  <a:pt x="0" y="24952"/>
                </a:lnTo>
                <a:lnTo>
                  <a:pt x="1217" y="21300"/>
                </a:lnTo>
                <a:lnTo>
                  <a:pt x="1217" y="19474"/>
                </a:lnTo>
                <a:lnTo>
                  <a:pt x="2434" y="17649"/>
                </a:lnTo>
                <a:lnTo>
                  <a:pt x="3042" y="15823"/>
                </a:lnTo>
                <a:lnTo>
                  <a:pt x="4260" y="13997"/>
                </a:lnTo>
                <a:lnTo>
                  <a:pt x="4868" y="12780"/>
                </a:lnTo>
                <a:lnTo>
                  <a:pt x="6085" y="11563"/>
                </a:lnTo>
                <a:lnTo>
                  <a:pt x="7303" y="9737"/>
                </a:lnTo>
                <a:lnTo>
                  <a:pt x="9737" y="7303"/>
                </a:lnTo>
                <a:lnTo>
                  <a:pt x="11563" y="6085"/>
                </a:lnTo>
                <a:lnTo>
                  <a:pt x="12780" y="4868"/>
                </a:lnTo>
                <a:lnTo>
                  <a:pt x="14606" y="3651"/>
                </a:lnTo>
                <a:lnTo>
                  <a:pt x="15823" y="3042"/>
                </a:lnTo>
                <a:lnTo>
                  <a:pt x="23126" y="608"/>
                </a:lnTo>
                <a:lnTo>
                  <a:pt x="26778" y="0"/>
                </a:lnTo>
                <a:lnTo>
                  <a:pt x="30429" y="0"/>
                </a:lnTo>
                <a:lnTo>
                  <a:pt x="34081" y="608"/>
                </a:lnTo>
                <a:lnTo>
                  <a:pt x="35906" y="608"/>
                </a:lnTo>
                <a:lnTo>
                  <a:pt x="37732" y="1217"/>
                </a:lnTo>
                <a:lnTo>
                  <a:pt x="39558" y="2434"/>
                </a:lnTo>
                <a:lnTo>
                  <a:pt x="41384" y="3043"/>
                </a:lnTo>
                <a:lnTo>
                  <a:pt x="42601" y="4260"/>
                </a:lnTo>
                <a:lnTo>
                  <a:pt x="44427" y="4868"/>
                </a:lnTo>
                <a:lnTo>
                  <a:pt x="46252" y="6085"/>
                </a:lnTo>
                <a:lnTo>
                  <a:pt x="49904" y="9737"/>
                </a:lnTo>
                <a:lnTo>
                  <a:pt x="51121" y="11563"/>
                </a:lnTo>
                <a:lnTo>
                  <a:pt x="53556" y="13997"/>
                </a:lnTo>
                <a:lnTo>
                  <a:pt x="57207" y="24952"/>
                </a:lnTo>
                <a:lnTo>
                  <a:pt x="57207" y="32255"/>
                </a:lnTo>
                <a:lnTo>
                  <a:pt x="54164" y="41384"/>
                </a:lnTo>
                <a:lnTo>
                  <a:pt x="52947" y="43209"/>
                </a:lnTo>
                <a:lnTo>
                  <a:pt x="52338" y="44427"/>
                </a:lnTo>
                <a:lnTo>
                  <a:pt x="51121" y="46252"/>
                </a:lnTo>
                <a:lnTo>
                  <a:pt x="48687" y="48687"/>
                </a:lnTo>
                <a:lnTo>
                  <a:pt x="43210" y="54773"/>
                </a:lnTo>
                <a:lnTo>
                  <a:pt x="35906" y="57207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7027531" y="1061603"/>
            <a:ext cx="57150" cy="56515"/>
          </a:xfrm>
          <a:custGeom>
            <a:avLst/>
            <a:gdLst/>
            <a:ahLst/>
            <a:cxnLst/>
            <a:rect l="l" t="t" r="r" b="b"/>
            <a:pathLst>
              <a:path w="57150" h="56515">
                <a:moveTo>
                  <a:pt x="28603" y="55990"/>
                </a:moveTo>
                <a:lnTo>
                  <a:pt x="27995" y="55990"/>
                </a:lnTo>
                <a:lnTo>
                  <a:pt x="17202" y="53755"/>
                </a:lnTo>
                <a:lnTo>
                  <a:pt x="8292" y="47698"/>
                </a:lnTo>
                <a:lnTo>
                  <a:pt x="2234" y="38788"/>
                </a:lnTo>
                <a:lnTo>
                  <a:pt x="0" y="27995"/>
                </a:lnTo>
                <a:lnTo>
                  <a:pt x="2149" y="17202"/>
                </a:lnTo>
                <a:lnTo>
                  <a:pt x="8063" y="8292"/>
                </a:lnTo>
                <a:lnTo>
                  <a:pt x="16945" y="2234"/>
                </a:lnTo>
                <a:lnTo>
                  <a:pt x="27995" y="0"/>
                </a:lnTo>
                <a:lnTo>
                  <a:pt x="39140" y="2149"/>
                </a:lnTo>
                <a:lnTo>
                  <a:pt x="48230" y="8063"/>
                </a:lnTo>
                <a:lnTo>
                  <a:pt x="54354" y="16945"/>
                </a:lnTo>
                <a:lnTo>
                  <a:pt x="56599" y="27995"/>
                </a:lnTo>
                <a:lnTo>
                  <a:pt x="54364" y="38788"/>
                </a:lnTo>
                <a:lnTo>
                  <a:pt x="48306" y="47698"/>
                </a:lnTo>
                <a:lnTo>
                  <a:pt x="39396" y="53755"/>
                </a:lnTo>
                <a:lnTo>
                  <a:pt x="28603" y="5599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6891813" y="1221054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4" h="57784">
                <a:moveTo>
                  <a:pt x="35298" y="57207"/>
                </a:moveTo>
                <a:lnTo>
                  <a:pt x="27995" y="56598"/>
                </a:lnTo>
                <a:lnTo>
                  <a:pt x="20692" y="56598"/>
                </a:lnTo>
                <a:lnTo>
                  <a:pt x="13389" y="53556"/>
                </a:lnTo>
                <a:lnTo>
                  <a:pt x="6694" y="46861"/>
                </a:lnTo>
                <a:lnTo>
                  <a:pt x="5477" y="45035"/>
                </a:lnTo>
                <a:lnTo>
                  <a:pt x="3042" y="42601"/>
                </a:lnTo>
                <a:lnTo>
                  <a:pt x="0" y="33472"/>
                </a:lnTo>
                <a:lnTo>
                  <a:pt x="0" y="24952"/>
                </a:lnTo>
                <a:lnTo>
                  <a:pt x="1217" y="21300"/>
                </a:lnTo>
                <a:lnTo>
                  <a:pt x="1217" y="19474"/>
                </a:lnTo>
                <a:lnTo>
                  <a:pt x="2434" y="17649"/>
                </a:lnTo>
                <a:lnTo>
                  <a:pt x="3042" y="15823"/>
                </a:lnTo>
                <a:lnTo>
                  <a:pt x="4260" y="13997"/>
                </a:lnTo>
                <a:lnTo>
                  <a:pt x="4868" y="12780"/>
                </a:lnTo>
                <a:lnTo>
                  <a:pt x="6085" y="11563"/>
                </a:lnTo>
                <a:lnTo>
                  <a:pt x="7303" y="9737"/>
                </a:lnTo>
                <a:lnTo>
                  <a:pt x="9737" y="7302"/>
                </a:lnTo>
                <a:lnTo>
                  <a:pt x="11563" y="6085"/>
                </a:lnTo>
                <a:lnTo>
                  <a:pt x="12780" y="4868"/>
                </a:lnTo>
                <a:lnTo>
                  <a:pt x="14606" y="3651"/>
                </a:lnTo>
                <a:lnTo>
                  <a:pt x="15823" y="3042"/>
                </a:lnTo>
                <a:lnTo>
                  <a:pt x="23126" y="608"/>
                </a:lnTo>
                <a:lnTo>
                  <a:pt x="26778" y="0"/>
                </a:lnTo>
                <a:lnTo>
                  <a:pt x="30429" y="0"/>
                </a:lnTo>
                <a:lnTo>
                  <a:pt x="34081" y="608"/>
                </a:lnTo>
                <a:lnTo>
                  <a:pt x="35906" y="608"/>
                </a:lnTo>
                <a:lnTo>
                  <a:pt x="37732" y="1217"/>
                </a:lnTo>
                <a:lnTo>
                  <a:pt x="39558" y="2434"/>
                </a:lnTo>
                <a:lnTo>
                  <a:pt x="41384" y="3042"/>
                </a:lnTo>
                <a:lnTo>
                  <a:pt x="42601" y="4260"/>
                </a:lnTo>
                <a:lnTo>
                  <a:pt x="44427" y="4868"/>
                </a:lnTo>
                <a:lnTo>
                  <a:pt x="46252" y="6085"/>
                </a:lnTo>
                <a:lnTo>
                  <a:pt x="49904" y="9737"/>
                </a:lnTo>
                <a:lnTo>
                  <a:pt x="51121" y="11563"/>
                </a:lnTo>
                <a:lnTo>
                  <a:pt x="53556" y="13997"/>
                </a:lnTo>
                <a:lnTo>
                  <a:pt x="57207" y="24952"/>
                </a:lnTo>
                <a:lnTo>
                  <a:pt x="57207" y="32255"/>
                </a:lnTo>
                <a:lnTo>
                  <a:pt x="54164" y="41384"/>
                </a:lnTo>
                <a:lnTo>
                  <a:pt x="52947" y="43209"/>
                </a:lnTo>
                <a:lnTo>
                  <a:pt x="52338" y="44426"/>
                </a:lnTo>
                <a:lnTo>
                  <a:pt x="51121" y="46252"/>
                </a:lnTo>
                <a:lnTo>
                  <a:pt x="48687" y="48687"/>
                </a:lnTo>
                <a:lnTo>
                  <a:pt x="42601" y="54164"/>
                </a:lnTo>
                <a:lnTo>
                  <a:pt x="35298" y="57207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7291659" y="0"/>
            <a:ext cx="996950" cy="20955"/>
          </a:xfrm>
          <a:custGeom>
            <a:avLst/>
            <a:gdLst/>
            <a:ahLst/>
            <a:cxnLst/>
            <a:rect l="l" t="t" r="r" b="b"/>
            <a:pathLst>
              <a:path w="996950" h="20955">
                <a:moveTo>
                  <a:pt x="996340" y="20911"/>
                </a:moveTo>
                <a:lnTo>
                  <a:pt x="0" y="20911"/>
                </a:lnTo>
                <a:lnTo>
                  <a:pt x="0" y="0"/>
                </a:lnTo>
                <a:lnTo>
                  <a:pt x="996340" y="0"/>
                </a:lnTo>
                <a:lnTo>
                  <a:pt x="996340" y="20911"/>
                </a:lnTo>
                <a:close/>
              </a:path>
            </a:pathLst>
          </a:custGeom>
          <a:solidFill>
            <a:srgbClr val="91E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7890514" y="1449276"/>
            <a:ext cx="397510" cy="382905"/>
          </a:xfrm>
          <a:custGeom>
            <a:avLst/>
            <a:gdLst/>
            <a:ahLst/>
            <a:cxnLst/>
            <a:rect l="l" t="t" r="r" b="b"/>
            <a:pathLst>
              <a:path w="397509" h="382905">
                <a:moveTo>
                  <a:pt x="397485" y="382819"/>
                </a:moveTo>
                <a:lnTo>
                  <a:pt x="350413" y="363591"/>
                </a:lnTo>
                <a:lnTo>
                  <a:pt x="308081" y="342514"/>
                </a:lnTo>
                <a:lnTo>
                  <a:pt x="267470" y="318666"/>
                </a:lnTo>
                <a:lnTo>
                  <a:pt x="228704" y="292170"/>
                </a:lnTo>
                <a:lnTo>
                  <a:pt x="191909" y="263154"/>
                </a:lnTo>
                <a:lnTo>
                  <a:pt x="157209" y="231742"/>
                </a:lnTo>
                <a:lnTo>
                  <a:pt x="124729" y="198060"/>
                </a:lnTo>
                <a:lnTo>
                  <a:pt x="94593" y="162234"/>
                </a:lnTo>
                <a:lnTo>
                  <a:pt x="66928" y="124389"/>
                </a:lnTo>
                <a:lnTo>
                  <a:pt x="41857" y="84652"/>
                </a:lnTo>
                <a:lnTo>
                  <a:pt x="19506" y="43146"/>
                </a:lnTo>
                <a:lnTo>
                  <a:pt x="0" y="0"/>
                </a:lnTo>
                <a:lnTo>
                  <a:pt x="92505" y="0"/>
                </a:lnTo>
                <a:lnTo>
                  <a:pt x="114889" y="42188"/>
                </a:lnTo>
                <a:lnTo>
                  <a:pt x="140456" y="82307"/>
                </a:lnTo>
                <a:lnTo>
                  <a:pt x="169036" y="120187"/>
                </a:lnTo>
                <a:lnTo>
                  <a:pt x="200459" y="155661"/>
                </a:lnTo>
                <a:lnTo>
                  <a:pt x="234553" y="188558"/>
                </a:lnTo>
                <a:lnTo>
                  <a:pt x="271149" y="218709"/>
                </a:lnTo>
                <a:lnTo>
                  <a:pt x="310077" y="245947"/>
                </a:lnTo>
                <a:lnTo>
                  <a:pt x="351166" y="270101"/>
                </a:lnTo>
                <a:lnTo>
                  <a:pt x="394245" y="291002"/>
                </a:lnTo>
                <a:lnTo>
                  <a:pt x="397485" y="292264"/>
                </a:lnTo>
                <a:lnTo>
                  <a:pt x="397485" y="382819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608" rIns="0" bIns="0" rtlCol="0">
            <a:spAutoFit/>
          </a:bodyPr>
          <a:lstStyle/>
          <a:p>
            <a:pPr marL="1934210">
              <a:lnSpc>
                <a:spcPct val="100000"/>
              </a:lnSpc>
              <a:spcBef>
                <a:spcPts val="100"/>
              </a:spcBef>
            </a:pPr>
            <a:r>
              <a:rPr spc="200" dirty="0"/>
              <a:t>Agenda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659637" y="5104247"/>
            <a:ext cx="197929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50" dirty="0">
                <a:solidFill>
                  <a:srgbClr val="1B1B1B"/>
                </a:solidFill>
                <a:latin typeface="Tahoma"/>
                <a:cs typeface="Tahoma"/>
              </a:rPr>
              <a:t>Green</a:t>
            </a:r>
            <a:r>
              <a:rPr sz="2100" b="1" spc="-1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-10" dirty="0">
                <a:solidFill>
                  <a:srgbClr val="1B1B1B"/>
                </a:solidFill>
                <a:latin typeface="Tahoma"/>
                <a:cs typeface="Tahoma"/>
              </a:rPr>
              <a:t>Skilling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612115" y="5901354"/>
            <a:ext cx="207391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7600"/>
              </a:lnSpc>
              <a:spcBef>
                <a:spcPts val="95"/>
              </a:spcBef>
            </a:pPr>
            <a:r>
              <a:rPr sz="17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Skills</a:t>
            </a:r>
            <a:r>
              <a:rPr sz="17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for</a:t>
            </a:r>
            <a:r>
              <a:rPr sz="17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sustainable </a:t>
            </a:r>
            <a:r>
              <a:rPr sz="17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development,</a:t>
            </a:r>
            <a:r>
              <a:rPr sz="17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green </a:t>
            </a:r>
            <a:r>
              <a:rPr sz="17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jobs,</a:t>
            </a:r>
            <a:r>
              <a:rPr sz="17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renewable </a:t>
            </a:r>
            <a:r>
              <a:rPr sz="17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energy,</a:t>
            </a:r>
            <a:r>
              <a:rPr sz="17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 and </a:t>
            </a:r>
            <a:r>
              <a:rPr sz="17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environmental </a:t>
            </a:r>
            <a:r>
              <a:rPr sz="17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protection</a:t>
            </a:r>
            <a:r>
              <a:rPr sz="17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in </a:t>
            </a:r>
            <a:r>
              <a:rPr sz="17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emerging</a:t>
            </a:r>
            <a:r>
              <a:rPr sz="17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industries.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179980" y="5104247"/>
            <a:ext cx="192786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solidFill>
                  <a:srgbClr val="1B1B1B"/>
                </a:solidFill>
                <a:latin typeface="Tahoma"/>
                <a:cs typeface="Tahoma"/>
              </a:rPr>
              <a:t>Sustainability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020240" y="5901354"/>
            <a:ext cx="224790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 algn="ctr">
              <a:lnSpc>
                <a:spcPct val="117600"/>
              </a:lnSpc>
              <a:spcBef>
                <a:spcPts val="95"/>
              </a:spcBef>
            </a:pPr>
            <a:r>
              <a:rPr sz="17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Three</a:t>
            </a:r>
            <a:r>
              <a:rPr sz="17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pillars: </a:t>
            </a:r>
            <a:r>
              <a:rPr sz="17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Environmental,</a:t>
            </a:r>
            <a:r>
              <a:rPr sz="17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Social, and</a:t>
            </a:r>
            <a:r>
              <a:rPr sz="1700" spc="-12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Economic </a:t>
            </a:r>
            <a:r>
              <a:rPr sz="17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sustainability </a:t>
            </a:r>
            <a:r>
              <a:rPr sz="17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— </a:t>
            </a:r>
            <a:r>
              <a:rPr sz="17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balancing</a:t>
            </a:r>
            <a:r>
              <a:rPr sz="17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growth</a:t>
            </a:r>
            <a:r>
              <a:rPr sz="17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with </a:t>
            </a:r>
            <a:r>
              <a:rPr sz="17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responsibility</a:t>
            </a:r>
            <a:r>
              <a:rPr sz="17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and resource</a:t>
            </a:r>
            <a:r>
              <a:rPr sz="17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protection.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3159503" y="5104247"/>
            <a:ext cx="9671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65" dirty="0">
                <a:solidFill>
                  <a:srgbClr val="1B1B1B"/>
                </a:solidFill>
                <a:latin typeface="Tahoma"/>
                <a:cs typeface="Tahoma"/>
              </a:rPr>
              <a:t>SDG</a:t>
            </a:r>
            <a:r>
              <a:rPr sz="2100" b="1" spc="-2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-310" dirty="0">
                <a:solidFill>
                  <a:srgbClr val="1B1B1B"/>
                </a:solidFill>
                <a:latin typeface="Tahoma"/>
                <a:cs typeface="Tahoma"/>
              </a:rPr>
              <a:t>17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2493749" y="5901354"/>
            <a:ext cx="229870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17600"/>
              </a:lnSpc>
              <a:spcBef>
                <a:spcPts val="95"/>
              </a:spcBef>
            </a:pPr>
            <a:r>
              <a:rPr sz="17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Partnerships</a:t>
            </a:r>
            <a:r>
              <a:rPr sz="17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for</a:t>
            </a:r>
            <a:r>
              <a:rPr sz="17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the </a:t>
            </a:r>
            <a:r>
              <a:rPr sz="17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Goals</a:t>
            </a:r>
            <a:r>
              <a:rPr sz="1700" spc="-11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245" dirty="0">
                <a:solidFill>
                  <a:srgbClr val="1B1B1B"/>
                </a:solidFill>
                <a:latin typeface="Lucida Sans Unicode"/>
                <a:cs typeface="Lucida Sans Unicode"/>
              </a:rPr>
              <a:t>—</a:t>
            </a:r>
            <a:r>
              <a:rPr sz="17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global </a:t>
            </a:r>
            <a:r>
              <a:rPr sz="17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collaboration </a:t>
            </a:r>
            <a:r>
              <a:rPr sz="17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among </a:t>
            </a:r>
            <a:r>
              <a:rPr sz="17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governments, </a:t>
            </a:r>
            <a:r>
              <a:rPr sz="17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industries,</a:t>
            </a:r>
            <a:r>
              <a:rPr sz="17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institutions, </a:t>
            </a:r>
            <a:r>
              <a:rPr sz="17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700" spc="-11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citizens</a:t>
            </a:r>
            <a:r>
              <a:rPr sz="1700" spc="-10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via </a:t>
            </a:r>
            <a:r>
              <a:rPr sz="17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technology.</a:t>
            </a:r>
            <a:endParaRPr sz="1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02003" y="3696517"/>
            <a:ext cx="3899535" cy="5499100"/>
            <a:chOff x="3002003" y="3696517"/>
            <a:chExt cx="3899535" cy="5499100"/>
          </a:xfrm>
        </p:grpSpPr>
        <p:sp>
          <p:nvSpPr>
            <p:cNvPr id="3" name="object 3"/>
            <p:cNvSpPr/>
            <p:nvPr/>
          </p:nvSpPr>
          <p:spPr>
            <a:xfrm>
              <a:off x="3002003" y="3696517"/>
              <a:ext cx="3899535" cy="4600575"/>
            </a:xfrm>
            <a:custGeom>
              <a:avLst/>
              <a:gdLst/>
              <a:ahLst/>
              <a:cxnLst/>
              <a:rect l="l" t="t" r="r" b="b"/>
              <a:pathLst>
                <a:path w="3899534" h="4600575">
                  <a:moveTo>
                    <a:pt x="3899332" y="4599993"/>
                  </a:moveTo>
                  <a:lnTo>
                    <a:pt x="0" y="4599993"/>
                  </a:lnTo>
                  <a:lnTo>
                    <a:pt x="0" y="0"/>
                  </a:lnTo>
                  <a:lnTo>
                    <a:pt x="3899332" y="0"/>
                  </a:lnTo>
                  <a:lnTo>
                    <a:pt x="3899332" y="4599993"/>
                  </a:lnTo>
                  <a:close/>
                </a:path>
              </a:pathLst>
            </a:custGeom>
            <a:solidFill>
              <a:srgbClr val="679E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59128" y="7410215"/>
              <a:ext cx="1785620" cy="1785620"/>
            </a:xfrm>
            <a:custGeom>
              <a:avLst/>
              <a:gdLst/>
              <a:ahLst/>
              <a:cxnLst/>
              <a:rect l="l" t="t" r="r" b="b"/>
              <a:pathLst>
                <a:path w="1785620" h="1785620">
                  <a:moveTo>
                    <a:pt x="1065797" y="245944"/>
                  </a:moveTo>
                  <a:lnTo>
                    <a:pt x="719284" y="245944"/>
                  </a:lnTo>
                  <a:lnTo>
                    <a:pt x="892541" y="0"/>
                  </a:lnTo>
                  <a:lnTo>
                    <a:pt x="1065797" y="245944"/>
                  </a:lnTo>
                  <a:close/>
                </a:path>
                <a:path w="1785620" h="1785620">
                  <a:moveTo>
                    <a:pt x="446270" y="1665504"/>
                  </a:moveTo>
                  <a:lnTo>
                    <a:pt x="419198" y="1365883"/>
                  </a:lnTo>
                  <a:lnTo>
                    <a:pt x="119577" y="1338811"/>
                  </a:lnTo>
                  <a:lnTo>
                    <a:pt x="245944" y="1065796"/>
                  </a:lnTo>
                  <a:lnTo>
                    <a:pt x="0" y="892540"/>
                  </a:lnTo>
                  <a:lnTo>
                    <a:pt x="245944" y="719284"/>
                  </a:lnTo>
                  <a:lnTo>
                    <a:pt x="119577" y="446270"/>
                  </a:lnTo>
                  <a:lnTo>
                    <a:pt x="419198" y="419198"/>
                  </a:lnTo>
                  <a:lnTo>
                    <a:pt x="446270" y="119577"/>
                  </a:lnTo>
                  <a:lnTo>
                    <a:pt x="719284" y="245944"/>
                  </a:lnTo>
                  <a:lnTo>
                    <a:pt x="1350229" y="245944"/>
                  </a:lnTo>
                  <a:lnTo>
                    <a:pt x="1365883" y="419198"/>
                  </a:lnTo>
                  <a:lnTo>
                    <a:pt x="1665504" y="446270"/>
                  </a:lnTo>
                  <a:lnTo>
                    <a:pt x="1539137" y="719284"/>
                  </a:lnTo>
                  <a:lnTo>
                    <a:pt x="1785082" y="892540"/>
                  </a:lnTo>
                  <a:lnTo>
                    <a:pt x="1539137" y="1065796"/>
                  </a:lnTo>
                  <a:lnTo>
                    <a:pt x="1665504" y="1338811"/>
                  </a:lnTo>
                  <a:lnTo>
                    <a:pt x="1365883" y="1365883"/>
                  </a:lnTo>
                  <a:lnTo>
                    <a:pt x="1350229" y="1539136"/>
                  </a:lnTo>
                  <a:lnTo>
                    <a:pt x="719284" y="1539136"/>
                  </a:lnTo>
                  <a:lnTo>
                    <a:pt x="446270" y="1665504"/>
                  </a:lnTo>
                  <a:close/>
                </a:path>
                <a:path w="1785620" h="1785620">
                  <a:moveTo>
                    <a:pt x="1350229" y="245944"/>
                  </a:moveTo>
                  <a:lnTo>
                    <a:pt x="1065797" y="245944"/>
                  </a:lnTo>
                  <a:lnTo>
                    <a:pt x="1338811" y="119577"/>
                  </a:lnTo>
                  <a:lnTo>
                    <a:pt x="1350229" y="245944"/>
                  </a:lnTo>
                  <a:close/>
                </a:path>
                <a:path w="1785620" h="1785620">
                  <a:moveTo>
                    <a:pt x="892541" y="1785081"/>
                  </a:moveTo>
                  <a:lnTo>
                    <a:pt x="719284" y="1539136"/>
                  </a:lnTo>
                  <a:lnTo>
                    <a:pt x="1065797" y="1539136"/>
                  </a:lnTo>
                  <a:lnTo>
                    <a:pt x="892541" y="1785081"/>
                  </a:lnTo>
                  <a:close/>
                </a:path>
                <a:path w="1785620" h="1785620">
                  <a:moveTo>
                    <a:pt x="1338811" y="1665504"/>
                  </a:moveTo>
                  <a:lnTo>
                    <a:pt x="1065797" y="1539136"/>
                  </a:lnTo>
                  <a:lnTo>
                    <a:pt x="1350229" y="1539136"/>
                  </a:lnTo>
                  <a:lnTo>
                    <a:pt x="1338811" y="1665504"/>
                  </a:lnTo>
                  <a:close/>
                </a:path>
              </a:pathLst>
            </a:custGeom>
            <a:solidFill>
              <a:srgbClr val="AED5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194333" y="3696517"/>
            <a:ext cx="3899535" cy="5499100"/>
            <a:chOff x="7194333" y="3696517"/>
            <a:chExt cx="3899535" cy="5499100"/>
          </a:xfrm>
        </p:grpSpPr>
        <p:sp>
          <p:nvSpPr>
            <p:cNvPr id="6" name="object 6"/>
            <p:cNvSpPr/>
            <p:nvPr/>
          </p:nvSpPr>
          <p:spPr>
            <a:xfrm>
              <a:off x="7194333" y="3696517"/>
              <a:ext cx="3899535" cy="4600575"/>
            </a:xfrm>
            <a:custGeom>
              <a:avLst/>
              <a:gdLst/>
              <a:ahLst/>
              <a:cxnLst/>
              <a:rect l="l" t="t" r="r" b="b"/>
              <a:pathLst>
                <a:path w="3899534" h="4600575">
                  <a:moveTo>
                    <a:pt x="3899332" y="4599993"/>
                  </a:moveTo>
                  <a:lnTo>
                    <a:pt x="0" y="4599993"/>
                  </a:lnTo>
                  <a:lnTo>
                    <a:pt x="0" y="0"/>
                  </a:lnTo>
                  <a:lnTo>
                    <a:pt x="3899332" y="0"/>
                  </a:lnTo>
                  <a:lnTo>
                    <a:pt x="3899332" y="4599993"/>
                  </a:lnTo>
                  <a:close/>
                </a:path>
              </a:pathLst>
            </a:custGeom>
            <a:solidFill>
              <a:srgbClr val="AED5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251458" y="7410215"/>
              <a:ext cx="1785620" cy="1785620"/>
            </a:xfrm>
            <a:custGeom>
              <a:avLst/>
              <a:gdLst/>
              <a:ahLst/>
              <a:cxnLst/>
              <a:rect l="l" t="t" r="r" b="b"/>
              <a:pathLst>
                <a:path w="1785620" h="1785620">
                  <a:moveTo>
                    <a:pt x="1065797" y="245944"/>
                  </a:moveTo>
                  <a:lnTo>
                    <a:pt x="719285" y="245944"/>
                  </a:lnTo>
                  <a:lnTo>
                    <a:pt x="892541" y="0"/>
                  </a:lnTo>
                  <a:lnTo>
                    <a:pt x="1065797" y="245944"/>
                  </a:lnTo>
                  <a:close/>
                </a:path>
                <a:path w="1785620" h="1785620">
                  <a:moveTo>
                    <a:pt x="446270" y="1665504"/>
                  </a:moveTo>
                  <a:lnTo>
                    <a:pt x="419199" y="1365883"/>
                  </a:lnTo>
                  <a:lnTo>
                    <a:pt x="119578" y="1338811"/>
                  </a:lnTo>
                  <a:lnTo>
                    <a:pt x="245944" y="1065796"/>
                  </a:lnTo>
                  <a:lnTo>
                    <a:pt x="0" y="892540"/>
                  </a:lnTo>
                  <a:lnTo>
                    <a:pt x="245944" y="719284"/>
                  </a:lnTo>
                  <a:lnTo>
                    <a:pt x="119578" y="446270"/>
                  </a:lnTo>
                  <a:lnTo>
                    <a:pt x="419199" y="419198"/>
                  </a:lnTo>
                  <a:lnTo>
                    <a:pt x="446270" y="119577"/>
                  </a:lnTo>
                  <a:lnTo>
                    <a:pt x="719285" y="245944"/>
                  </a:lnTo>
                  <a:lnTo>
                    <a:pt x="1350229" y="245944"/>
                  </a:lnTo>
                  <a:lnTo>
                    <a:pt x="1365883" y="419198"/>
                  </a:lnTo>
                  <a:lnTo>
                    <a:pt x="1665503" y="446270"/>
                  </a:lnTo>
                  <a:lnTo>
                    <a:pt x="1539136" y="719284"/>
                  </a:lnTo>
                  <a:lnTo>
                    <a:pt x="1785082" y="892540"/>
                  </a:lnTo>
                  <a:lnTo>
                    <a:pt x="1539136" y="1065796"/>
                  </a:lnTo>
                  <a:lnTo>
                    <a:pt x="1665503" y="1338811"/>
                  </a:lnTo>
                  <a:lnTo>
                    <a:pt x="1365883" y="1365883"/>
                  </a:lnTo>
                  <a:lnTo>
                    <a:pt x="1350229" y="1539136"/>
                  </a:lnTo>
                  <a:lnTo>
                    <a:pt x="719285" y="1539136"/>
                  </a:lnTo>
                  <a:lnTo>
                    <a:pt x="446270" y="1665504"/>
                  </a:lnTo>
                  <a:close/>
                </a:path>
                <a:path w="1785620" h="1785620">
                  <a:moveTo>
                    <a:pt x="1350229" y="245944"/>
                  </a:moveTo>
                  <a:lnTo>
                    <a:pt x="1065797" y="245944"/>
                  </a:lnTo>
                  <a:lnTo>
                    <a:pt x="1338811" y="119577"/>
                  </a:lnTo>
                  <a:lnTo>
                    <a:pt x="1350229" y="245944"/>
                  </a:lnTo>
                  <a:close/>
                </a:path>
                <a:path w="1785620" h="1785620">
                  <a:moveTo>
                    <a:pt x="892541" y="1785081"/>
                  </a:moveTo>
                  <a:lnTo>
                    <a:pt x="719285" y="1539136"/>
                  </a:lnTo>
                  <a:lnTo>
                    <a:pt x="1065797" y="1539136"/>
                  </a:lnTo>
                  <a:lnTo>
                    <a:pt x="892541" y="1785081"/>
                  </a:lnTo>
                  <a:close/>
                </a:path>
                <a:path w="1785620" h="1785620">
                  <a:moveTo>
                    <a:pt x="1338811" y="1665504"/>
                  </a:moveTo>
                  <a:lnTo>
                    <a:pt x="1065797" y="1539136"/>
                  </a:lnTo>
                  <a:lnTo>
                    <a:pt x="1350229" y="1539136"/>
                  </a:lnTo>
                  <a:lnTo>
                    <a:pt x="1338811" y="1665504"/>
                  </a:lnTo>
                  <a:close/>
                </a:path>
              </a:pathLst>
            </a:custGeom>
            <a:solidFill>
              <a:srgbClr val="DBEC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1388939" y="3696517"/>
            <a:ext cx="3899535" cy="5499100"/>
            <a:chOff x="11388939" y="3696517"/>
            <a:chExt cx="3899535" cy="5499100"/>
          </a:xfrm>
        </p:grpSpPr>
        <p:sp>
          <p:nvSpPr>
            <p:cNvPr id="9" name="object 9"/>
            <p:cNvSpPr/>
            <p:nvPr/>
          </p:nvSpPr>
          <p:spPr>
            <a:xfrm>
              <a:off x="11388939" y="3696517"/>
              <a:ext cx="3899535" cy="4600575"/>
            </a:xfrm>
            <a:custGeom>
              <a:avLst/>
              <a:gdLst/>
              <a:ahLst/>
              <a:cxnLst/>
              <a:rect l="l" t="t" r="r" b="b"/>
              <a:pathLst>
                <a:path w="3899534" h="4600575">
                  <a:moveTo>
                    <a:pt x="3899332" y="4599993"/>
                  </a:moveTo>
                  <a:lnTo>
                    <a:pt x="0" y="4599993"/>
                  </a:lnTo>
                  <a:lnTo>
                    <a:pt x="0" y="0"/>
                  </a:lnTo>
                  <a:lnTo>
                    <a:pt x="3899332" y="0"/>
                  </a:lnTo>
                  <a:lnTo>
                    <a:pt x="3899332" y="4599993"/>
                  </a:lnTo>
                  <a:close/>
                </a:path>
              </a:pathLst>
            </a:custGeom>
            <a:solidFill>
              <a:srgbClr val="DBEC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446066" y="7410215"/>
              <a:ext cx="1785620" cy="1785620"/>
            </a:xfrm>
            <a:custGeom>
              <a:avLst/>
              <a:gdLst/>
              <a:ahLst/>
              <a:cxnLst/>
              <a:rect l="l" t="t" r="r" b="b"/>
              <a:pathLst>
                <a:path w="1785619" h="1785620">
                  <a:moveTo>
                    <a:pt x="1065798" y="245944"/>
                  </a:moveTo>
                  <a:lnTo>
                    <a:pt x="719285" y="245944"/>
                  </a:lnTo>
                  <a:lnTo>
                    <a:pt x="892541" y="0"/>
                  </a:lnTo>
                  <a:lnTo>
                    <a:pt x="1065798" y="245944"/>
                  </a:lnTo>
                  <a:close/>
                </a:path>
                <a:path w="1785619" h="1785620">
                  <a:moveTo>
                    <a:pt x="446270" y="1665504"/>
                  </a:moveTo>
                  <a:lnTo>
                    <a:pt x="419199" y="1365883"/>
                  </a:lnTo>
                  <a:lnTo>
                    <a:pt x="119578" y="1338811"/>
                  </a:lnTo>
                  <a:lnTo>
                    <a:pt x="245945" y="1065796"/>
                  </a:lnTo>
                  <a:lnTo>
                    <a:pt x="0" y="892540"/>
                  </a:lnTo>
                  <a:lnTo>
                    <a:pt x="245945" y="719284"/>
                  </a:lnTo>
                  <a:lnTo>
                    <a:pt x="119578" y="446270"/>
                  </a:lnTo>
                  <a:lnTo>
                    <a:pt x="419199" y="419198"/>
                  </a:lnTo>
                  <a:lnTo>
                    <a:pt x="446270" y="119577"/>
                  </a:lnTo>
                  <a:lnTo>
                    <a:pt x="719285" y="245944"/>
                  </a:lnTo>
                  <a:lnTo>
                    <a:pt x="1350228" y="245944"/>
                  </a:lnTo>
                  <a:lnTo>
                    <a:pt x="1365883" y="419198"/>
                  </a:lnTo>
                  <a:lnTo>
                    <a:pt x="1665503" y="446270"/>
                  </a:lnTo>
                  <a:lnTo>
                    <a:pt x="1539136" y="719284"/>
                  </a:lnTo>
                  <a:lnTo>
                    <a:pt x="1785082" y="892540"/>
                  </a:lnTo>
                  <a:lnTo>
                    <a:pt x="1539136" y="1065796"/>
                  </a:lnTo>
                  <a:lnTo>
                    <a:pt x="1665503" y="1338811"/>
                  </a:lnTo>
                  <a:lnTo>
                    <a:pt x="1365883" y="1365883"/>
                  </a:lnTo>
                  <a:lnTo>
                    <a:pt x="1350229" y="1539136"/>
                  </a:lnTo>
                  <a:lnTo>
                    <a:pt x="719285" y="1539136"/>
                  </a:lnTo>
                  <a:lnTo>
                    <a:pt x="446270" y="1665504"/>
                  </a:lnTo>
                  <a:close/>
                </a:path>
                <a:path w="1785619" h="1785620">
                  <a:moveTo>
                    <a:pt x="1350228" y="245944"/>
                  </a:moveTo>
                  <a:lnTo>
                    <a:pt x="1065798" y="245944"/>
                  </a:lnTo>
                  <a:lnTo>
                    <a:pt x="1338811" y="119577"/>
                  </a:lnTo>
                  <a:lnTo>
                    <a:pt x="1350228" y="245944"/>
                  </a:lnTo>
                  <a:close/>
                </a:path>
                <a:path w="1785619" h="1785620">
                  <a:moveTo>
                    <a:pt x="892541" y="1785081"/>
                  </a:moveTo>
                  <a:lnTo>
                    <a:pt x="719285" y="1539136"/>
                  </a:lnTo>
                  <a:lnTo>
                    <a:pt x="1065798" y="1539136"/>
                  </a:lnTo>
                  <a:lnTo>
                    <a:pt x="892541" y="1785081"/>
                  </a:lnTo>
                  <a:close/>
                </a:path>
                <a:path w="1785619" h="1785620">
                  <a:moveTo>
                    <a:pt x="1338811" y="1665504"/>
                  </a:moveTo>
                  <a:lnTo>
                    <a:pt x="1065798" y="1539136"/>
                  </a:lnTo>
                  <a:lnTo>
                    <a:pt x="1350229" y="1539136"/>
                  </a:lnTo>
                  <a:lnTo>
                    <a:pt x="1338811" y="1665504"/>
                  </a:lnTo>
                  <a:close/>
                </a:path>
              </a:pathLst>
            </a:custGeom>
            <a:solidFill>
              <a:srgbClr val="AED5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7951" y="7787523"/>
            <a:ext cx="647699" cy="9524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95851" y="8030517"/>
            <a:ext cx="342899" cy="514349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6635020" y="0"/>
            <a:ext cx="1653539" cy="1730375"/>
          </a:xfrm>
          <a:custGeom>
            <a:avLst/>
            <a:gdLst/>
            <a:ahLst/>
            <a:cxnLst/>
            <a:rect l="l" t="t" r="r" b="b"/>
            <a:pathLst>
              <a:path w="1653540" h="1730375">
                <a:moveTo>
                  <a:pt x="1652968" y="241795"/>
                </a:moveTo>
                <a:lnTo>
                  <a:pt x="1411185" y="0"/>
                </a:lnTo>
                <a:lnTo>
                  <a:pt x="65341" y="0"/>
                </a:lnTo>
                <a:lnTo>
                  <a:pt x="42748" y="76390"/>
                </a:lnTo>
                <a:lnTo>
                  <a:pt x="32054" y="120383"/>
                </a:lnTo>
                <a:lnTo>
                  <a:pt x="22898" y="164642"/>
                </a:lnTo>
                <a:lnTo>
                  <a:pt x="15265" y="209143"/>
                </a:lnTo>
                <a:lnTo>
                  <a:pt x="9156" y="253822"/>
                </a:lnTo>
                <a:lnTo>
                  <a:pt x="4584" y="298653"/>
                </a:lnTo>
                <a:lnTo>
                  <a:pt x="1524" y="343598"/>
                </a:lnTo>
                <a:lnTo>
                  <a:pt x="0" y="388594"/>
                </a:lnTo>
                <a:lnTo>
                  <a:pt x="0" y="433616"/>
                </a:lnTo>
                <a:lnTo>
                  <a:pt x="1524" y="478624"/>
                </a:lnTo>
                <a:lnTo>
                  <a:pt x="4584" y="523557"/>
                </a:lnTo>
                <a:lnTo>
                  <a:pt x="9156" y="568388"/>
                </a:lnTo>
                <a:lnTo>
                  <a:pt x="15265" y="613079"/>
                </a:lnTo>
                <a:lnTo>
                  <a:pt x="22898" y="657567"/>
                </a:lnTo>
                <a:lnTo>
                  <a:pt x="32054" y="701827"/>
                </a:lnTo>
                <a:lnTo>
                  <a:pt x="42748" y="745820"/>
                </a:lnTo>
                <a:lnTo>
                  <a:pt x="54965" y="789495"/>
                </a:lnTo>
                <a:lnTo>
                  <a:pt x="68707" y="832802"/>
                </a:lnTo>
                <a:lnTo>
                  <a:pt x="83972" y="875715"/>
                </a:lnTo>
                <a:lnTo>
                  <a:pt x="100761" y="918197"/>
                </a:lnTo>
                <a:lnTo>
                  <a:pt x="119087" y="960183"/>
                </a:lnTo>
                <a:lnTo>
                  <a:pt x="138938" y="1001636"/>
                </a:lnTo>
                <a:lnTo>
                  <a:pt x="160312" y="1042530"/>
                </a:lnTo>
                <a:lnTo>
                  <a:pt x="183210" y="1082802"/>
                </a:lnTo>
                <a:lnTo>
                  <a:pt x="207632" y="1122438"/>
                </a:lnTo>
                <a:lnTo>
                  <a:pt x="233591" y="1161364"/>
                </a:lnTo>
                <a:lnTo>
                  <a:pt x="261073" y="1199553"/>
                </a:lnTo>
                <a:lnTo>
                  <a:pt x="290080" y="1236967"/>
                </a:lnTo>
                <a:lnTo>
                  <a:pt x="320611" y="1273556"/>
                </a:lnTo>
                <a:lnTo>
                  <a:pt x="352679" y="1309281"/>
                </a:lnTo>
                <a:lnTo>
                  <a:pt x="386270" y="1344104"/>
                </a:lnTo>
                <a:lnTo>
                  <a:pt x="421081" y="1377683"/>
                </a:lnTo>
                <a:lnTo>
                  <a:pt x="456806" y="1409738"/>
                </a:lnTo>
                <a:lnTo>
                  <a:pt x="493395" y="1440268"/>
                </a:lnTo>
                <a:lnTo>
                  <a:pt x="530796" y="1469275"/>
                </a:lnTo>
                <a:lnTo>
                  <a:pt x="568998" y="1496758"/>
                </a:lnTo>
                <a:lnTo>
                  <a:pt x="607923" y="1522704"/>
                </a:lnTo>
                <a:lnTo>
                  <a:pt x="647547" y="1547126"/>
                </a:lnTo>
                <a:lnTo>
                  <a:pt x="687819" y="1570024"/>
                </a:lnTo>
                <a:lnTo>
                  <a:pt x="728713" y="1591398"/>
                </a:lnTo>
                <a:lnTo>
                  <a:pt x="770166" y="1611236"/>
                </a:lnTo>
                <a:lnTo>
                  <a:pt x="812152" y="1629562"/>
                </a:lnTo>
                <a:lnTo>
                  <a:pt x="854621" y="1646351"/>
                </a:lnTo>
                <a:lnTo>
                  <a:pt x="897534" y="1661617"/>
                </a:lnTo>
                <a:lnTo>
                  <a:pt x="940854" y="1675358"/>
                </a:lnTo>
                <a:lnTo>
                  <a:pt x="984529" y="1687563"/>
                </a:lnTo>
                <a:lnTo>
                  <a:pt x="1028522" y="1698244"/>
                </a:lnTo>
                <a:lnTo>
                  <a:pt x="1072781" y="1707413"/>
                </a:lnTo>
                <a:lnTo>
                  <a:pt x="1117269" y="1715046"/>
                </a:lnTo>
                <a:lnTo>
                  <a:pt x="1161961" y="1721142"/>
                </a:lnTo>
                <a:lnTo>
                  <a:pt x="1206792" y="1725726"/>
                </a:lnTo>
                <a:lnTo>
                  <a:pt x="1251724" y="1728774"/>
                </a:lnTo>
                <a:lnTo>
                  <a:pt x="1290713" y="1730108"/>
                </a:lnTo>
                <a:lnTo>
                  <a:pt x="1347774" y="1730108"/>
                </a:lnTo>
                <a:lnTo>
                  <a:pt x="1386751" y="1728774"/>
                </a:lnTo>
                <a:lnTo>
                  <a:pt x="1431696" y="1725726"/>
                </a:lnTo>
                <a:lnTo>
                  <a:pt x="1476527" y="1721142"/>
                </a:lnTo>
                <a:lnTo>
                  <a:pt x="1521206" y="1715046"/>
                </a:lnTo>
                <a:lnTo>
                  <a:pt x="1565706" y="1707413"/>
                </a:lnTo>
                <a:lnTo>
                  <a:pt x="1609966" y="1698244"/>
                </a:lnTo>
                <a:lnTo>
                  <a:pt x="1652968" y="1687804"/>
                </a:lnTo>
                <a:lnTo>
                  <a:pt x="1652968" y="241795"/>
                </a:lnTo>
                <a:close/>
              </a:path>
              <a:path w="1653540" h="1730375">
                <a:moveTo>
                  <a:pt x="1652968" y="0"/>
                </a:moveTo>
                <a:lnTo>
                  <a:pt x="1499019" y="0"/>
                </a:lnTo>
                <a:lnTo>
                  <a:pt x="1652968" y="153962"/>
                </a:lnTo>
                <a:lnTo>
                  <a:pt x="1652968" y="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397623" y="459777"/>
            <a:ext cx="66040" cy="902969"/>
          </a:xfrm>
          <a:custGeom>
            <a:avLst/>
            <a:gdLst/>
            <a:ahLst/>
            <a:cxnLst/>
            <a:rect l="l" t="t" r="r" b="b"/>
            <a:pathLst>
              <a:path w="66040" h="902969">
                <a:moveTo>
                  <a:pt x="65505" y="902965"/>
                </a:moveTo>
                <a:lnTo>
                  <a:pt x="0" y="902965"/>
                </a:lnTo>
                <a:lnTo>
                  <a:pt x="0" y="0"/>
                </a:lnTo>
                <a:lnTo>
                  <a:pt x="65505" y="0"/>
                </a:lnTo>
                <a:lnTo>
                  <a:pt x="65505" y="902965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514602" y="553329"/>
            <a:ext cx="66040" cy="903605"/>
          </a:xfrm>
          <a:custGeom>
            <a:avLst/>
            <a:gdLst/>
            <a:ahLst/>
            <a:cxnLst/>
            <a:rect l="l" t="t" r="r" b="b"/>
            <a:pathLst>
              <a:path w="66040" h="903605">
                <a:moveTo>
                  <a:pt x="65495" y="903058"/>
                </a:moveTo>
                <a:lnTo>
                  <a:pt x="0" y="903058"/>
                </a:lnTo>
                <a:lnTo>
                  <a:pt x="0" y="0"/>
                </a:lnTo>
                <a:lnTo>
                  <a:pt x="65495" y="0"/>
                </a:lnTo>
                <a:lnTo>
                  <a:pt x="65495" y="903058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631570" y="646881"/>
            <a:ext cx="66040" cy="903605"/>
          </a:xfrm>
          <a:custGeom>
            <a:avLst/>
            <a:gdLst/>
            <a:ahLst/>
            <a:cxnLst/>
            <a:rect l="l" t="t" r="r" b="b"/>
            <a:pathLst>
              <a:path w="66040" h="903605">
                <a:moveTo>
                  <a:pt x="65505" y="903058"/>
                </a:moveTo>
                <a:lnTo>
                  <a:pt x="0" y="903058"/>
                </a:lnTo>
                <a:lnTo>
                  <a:pt x="0" y="0"/>
                </a:lnTo>
                <a:lnTo>
                  <a:pt x="65505" y="0"/>
                </a:lnTo>
                <a:lnTo>
                  <a:pt x="65505" y="903058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748548" y="740433"/>
            <a:ext cx="66040" cy="903605"/>
          </a:xfrm>
          <a:custGeom>
            <a:avLst/>
            <a:gdLst/>
            <a:ahLst/>
            <a:cxnLst/>
            <a:rect l="l" t="t" r="r" b="b"/>
            <a:pathLst>
              <a:path w="66040" h="903605">
                <a:moveTo>
                  <a:pt x="65505" y="903058"/>
                </a:moveTo>
                <a:lnTo>
                  <a:pt x="0" y="903058"/>
                </a:lnTo>
                <a:lnTo>
                  <a:pt x="0" y="0"/>
                </a:lnTo>
                <a:lnTo>
                  <a:pt x="65505" y="0"/>
                </a:lnTo>
                <a:lnTo>
                  <a:pt x="65505" y="903058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865516" y="646881"/>
            <a:ext cx="66040" cy="903605"/>
          </a:xfrm>
          <a:custGeom>
            <a:avLst/>
            <a:gdLst/>
            <a:ahLst/>
            <a:cxnLst/>
            <a:rect l="l" t="t" r="r" b="b"/>
            <a:pathLst>
              <a:path w="66040" h="903605">
                <a:moveTo>
                  <a:pt x="65505" y="903058"/>
                </a:moveTo>
                <a:lnTo>
                  <a:pt x="0" y="903058"/>
                </a:lnTo>
                <a:lnTo>
                  <a:pt x="0" y="0"/>
                </a:lnTo>
                <a:lnTo>
                  <a:pt x="65505" y="0"/>
                </a:lnTo>
                <a:lnTo>
                  <a:pt x="65505" y="903058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982493" y="553329"/>
            <a:ext cx="66040" cy="903605"/>
          </a:xfrm>
          <a:custGeom>
            <a:avLst/>
            <a:gdLst/>
            <a:ahLst/>
            <a:cxnLst/>
            <a:rect l="l" t="t" r="r" b="b"/>
            <a:pathLst>
              <a:path w="66040" h="903605">
                <a:moveTo>
                  <a:pt x="65505" y="903058"/>
                </a:moveTo>
                <a:lnTo>
                  <a:pt x="0" y="903058"/>
                </a:lnTo>
                <a:lnTo>
                  <a:pt x="0" y="0"/>
                </a:lnTo>
                <a:lnTo>
                  <a:pt x="65505" y="0"/>
                </a:lnTo>
                <a:lnTo>
                  <a:pt x="65505" y="903058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7099461" y="459777"/>
            <a:ext cx="66040" cy="902969"/>
          </a:xfrm>
          <a:custGeom>
            <a:avLst/>
            <a:gdLst/>
            <a:ahLst/>
            <a:cxnLst/>
            <a:rect l="l" t="t" r="r" b="b"/>
            <a:pathLst>
              <a:path w="66040" h="902969">
                <a:moveTo>
                  <a:pt x="65505" y="902965"/>
                </a:moveTo>
                <a:lnTo>
                  <a:pt x="0" y="902965"/>
                </a:lnTo>
                <a:lnTo>
                  <a:pt x="0" y="0"/>
                </a:lnTo>
                <a:lnTo>
                  <a:pt x="65505" y="0"/>
                </a:lnTo>
                <a:lnTo>
                  <a:pt x="65505" y="902965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7216439" y="366131"/>
            <a:ext cx="66040" cy="903605"/>
          </a:xfrm>
          <a:custGeom>
            <a:avLst/>
            <a:gdLst/>
            <a:ahLst/>
            <a:cxnLst/>
            <a:rect l="l" t="t" r="r" b="b"/>
            <a:pathLst>
              <a:path w="66040" h="903605">
                <a:moveTo>
                  <a:pt x="65505" y="903058"/>
                </a:moveTo>
                <a:lnTo>
                  <a:pt x="0" y="903058"/>
                </a:lnTo>
                <a:lnTo>
                  <a:pt x="0" y="0"/>
                </a:lnTo>
                <a:lnTo>
                  <a:pt x="65505" y="0"/>
                </a:lnTo>
                <a:lnTo>
                  <a:pt x="65505" y="903058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7333425" y="459777"/>
            <a:ext cx="66040" cy="902969"/>
          </a:xfrm>
          <a:custGeom>
            <a:avLst/>
            <a:gdLst/>
            <a:ahLst/>
            <a:cxnLst/>
            <a:rect l="l" t="t" r="r" b="b"/>
            <a:pathLst>
              <a:path w="66040" h="902969">
                <a:moveTo>
                  <a:pt x="65486" y="902965"/>
                </a:moveTo>
                <a:lnTo>
                  <a:pt x="0" y="902965"/>
                </a:lnTo>
                <a:lnTo>
                  <a:pt x="0" y="0"/>
                </a:lnTo>
                <a:lnTo>
                  <a:pt x="65486" y="0"/>
                </a:lnTo>
                <a:lnTo>
                  <a:pt x="65486" y="902965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450365" y="553329"/>
            <a:ext cx="66040" cy="903605"/>
          </a:xfrm>
          <a:custGeom>
            <a:avLst/>
            <a:gdLst/>
            <a:ahLst/>
            <a:cxnLst/>
            <a:rect l="l" t="t" r="r" b="b"/>
            <a:pathLst>
              <a:path w="66040" h="903605">
                <a:moveTo>
                  <a:pt x="65486" y="903058"/>
                </a:moveTo>
                <a:lnTo>
                  <a:pt x="0" y="903058"/>
                </a:lnTo>
                <a:lnTo>
                  <a:pt x="0" y="0"/>
                </a:lnTo>
                <a:lnTo>
                  <a:pt x="65486" y="0"/>
                </a:lnTo>
                <a:lnTo>
                  <a:pt x="65486" y="903058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7567400" y="646881"/>
            <a:ext cx="66040" cy="903605"/>
          </a:xfrm>
          <a:custGeom>
            <a:avLst/>
            <a:gdLst/>
            <a:ahLst/>
            <a:cxnLst/>
            <a:rect l="l" t="t" r="r" b="b"/>
            <a:pathLst>
              <a:path w="66040" h="903605">
                <a:moveTo>
                  <a:pt x="65486" y="903058"/>
                </a:moveTo>
                <a:lnTo>
                  <a:pt x="0" y="903058"/>
                </a:lnTo>
                <a:lnTo>
                  <a:pt x="0" y="0"/>
                </a:lnTo>
                <a:lnTo>
                  <a:pt x="65486" y="0"/>
                </a:lnTo>
                <a:lnTo>
                  <a:pt x="65486" y="903058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7684340" y="740433"/>
            <a:ext cx="66040" cy="903605"/>
          </a:xfrm>
          <a:custGeom>
            <a:avLst/>
            <a:gdLst/>
            <a:ahLst/>
            <a:cxnLst/>
            <a:rect l="l" t="t" r="r" b="b"/>
            <a:pathLst>
              <a:path w="66040" h="903605">
                <a:moveTo>
                  <a:pt x="65486" y="903058"/>
                </a:moveTo>
                <a:lnTo>
                  <a:pt x="0" y="903058"/>
                </a:lnTo>
                <a:lnTo>
                  <a:pt x="0" y="0"/>
                </a:lnTo>
                <a:lnTo>
                  <a:pt x="65486" y="0"/>
                </a:lnTo>
                <a:lnTo>
                  <a:pt x="65486" y="903058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7801280" y="646881"/>
            <a:ext cx="66040" cy="903605"/>
          </a:xfrm>
          <a:custGeom>
            <a:avLst/>
            <a:gdLst/>
            <a:ahLst/>
            <a:cxnLst/>
            <a:rect l="l" t="t" r="r" b="b"/>
            <a:pathLst>
              <a:path w="66040" h="903605">
                <a:moveTo>
                  <a:pt x="65486" y="903058"/>
                </a:moveTo>
                <a:lnTo>
                  <a:pt x="0" y="903058"/>
                </a:lnTo>
                <a:lnTo>
                  <a:pt x="0" y="0"/>
                </a:lnTo>
                <a:lnTo>
                  <a:pt x="65486" y="0"/>
                </a:lnTo>
                <a:lnTo>
                  <a:pt x="65486" y="903058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7918314" y="553329"/>
            <a:ext cx="66040" cy="903605"/>
          </a:xfrm>
          <a:custGeom>
            <a:avLst/>
            <a:gdLst/>
            <a:ahLst/>
            <a:cxnLst/>
            <a:rect l="l" t="t" r="r" b="b"/>
            <a:pathLst>
              <a:path w="66040" h="903605">
                <a:moveTo>
                  <a:pt x="65486" y="903058"/>
                </a:moveTo>
                <a:lnTo>
                  <a:pt x="0" y="903058"/>
                </a:lnTo>
                <a:lnTo>
                  <a:pt x="0" y="0"/>
                </a:lnTo>
                <a:lnTo>
                  <a:pt x="65486" y="0"/>
                </a:lnTo>
                <a:lnTo>
                  <a:pt x="65486" y="903058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8041709" y="459777"/>
            <a:ext cx="66040" cy="902969"/>
          </a:xfrm>
          <a:custGeom>
            <a:avLst/>
            <a:gdLst/>
            <a:ahLst/>
            <a:cxnLst/>
            <a:rect l="l" t="t" r="r" b="b"/>
            <a:pathLst>
              <a:path w="66040" h="902969">
                <a:moveTo>
                  <a:pt x="65486" y="902965"/>
                </a:moveTo>
                <a:lnTo>
                  <a:pt x="0" y="902965"/>
                </a:lnTo>
                <a:lnTo>
                  <a:pt x="0" y="0"/>
                </a:lnTo>
                <a:lnTo>
                  <a:pt x="65486" y="0"/>
                </a:lnTo>
                <a:lnTo>
                  <a:pt x="65486" y="902965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8158742" y="366131"/>
            <a:ext cx="66040" cy="903605"/>
          </a:xfrm>
          <a:custGeom>
            <a:avLst/>
            <a:gdLst/>
            <a:ahLst/>
            <a:cxnLst/>
            <a:rect l="l" t="t" r="r" b="b"/>
            <a:pathLst>
              <a:path w="66040" h="903605">
                <a:moveTo>
                  <a:pt x="65486" y="903058"/>
                </a:moveTo>
                <a:lnTo>
                  <a:pt x="0" y="903058"/>
                </a:lnTo>
                <a:lnTo>
                  <a:pt x="0" y="0"/>
                </a:lnTo>
                <a:lnTo>
                  <a:pt x="65486" y="0"/>
                </a:lnTo>
                <a:lnTo>
                  <a:pt x="65486" y="903058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8275682" y="459777"/>
            <a:ext cx="12700" cy="902969"/>
          </a:xfrm>
          <a:custGeom>
            <a:avLst/>
            <a:gdLst/>
            <a:ahLst/>
            <a:cxnLst/>
            <a:rect l="l" t="t" r="r" b="b"/>
            <a:pathLst>
              <a:path w="12700" h="902969">
                <a:moveTo>
                  <a:pt x="12316" y="902964"/>
                </a:moveTo>
                <a:lnTo>
                  <a:pt x="0" y="902964"/>
                </a:lnTo>
                <a:lnTo>
                  <a:pt x="0" y="0"/>
                </a:lnTo>
                <a:lnTo>
                  <a:pt x="12316" y="0"/>
                </a:lnTo>
                <a:lnTo>
                  <a:pt x="12316" y="902964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0" y="9164166"/>
            <a:ext cx="1176655" cy="1123315"/>
          </a:xfrm>
          <a:custGeom>
            <a:avLst/>
            <a:gdLst/>
            <a:ahLst/>
            <a:cxnLst/>
            <a:rect l="l" t="t" r="r" b="b"/>
            <a:pathLst>
              <a:path w="1176655" h="1123315">
                <a:moveTo>
                  <a:pt x="1089291" y="99009"/>
                </a:moveTo>
                <a:lnTo>
                  <a:pt x="1076375" y="73710"/>
                </a:lnTo>
                <a:lnTo>
                  <a:pt x="1062583" y="48755"/>
                </a:lnTo>
                <a:lnTo>
                  <a:pt x="1047902" y="24180"/>
                </a:lnTo>
                <a:lnTo>
                  <a:pt x="1032357" y="0"/>
                </a:lnTo>
                <a:lnTo>
                  <a:pt x="0" y="1032370"/>
                </a:lnTo>
                <a:lnTo>
                  <a:pt x="0" y="1122832"/>
                </a:lnTo>
                <a:lnTo>
                  <a:pt x="65392" y="1122832"/>
                </a:lnTo>
                <a:lnTo>
                  <a:pt x="1089291" y="99009"/>
                </a:lnTo>
                <a:close/>
              </a:path>
              <a:path w="1176655" h="1123315">
                <a:moveTo>
                  <a:pt x="1140434" y="723315"/>
                </a:moveTo>
                <a:lnTo>
                  <a:pt x="740918" y="1122832"/>
                </a:lnTo>
                <a:lnTo>
                  <a:pt x="883894" y="1122832"/>
                </a:lnTo>
                <a:lnTo>
                  <a:pt x="924534" y="1084732"/>
                </a:lnTo>
                <a:lnTo>
                  <a:pt x="962202" y="1044638"/>
                </a:lnTo>
                <a:lnTo>
                  <a:pt x="996823" y="1002804"/>
                </a:lnTo>
                <a:lnTo>
                  <a:pt x="1028382" y="959358"/>
                </a:lnTo>
                <a:lnTo>
                  <a:pt x="1056894" y="914463"/>
                </a:lnTo>
                <a:lnTo>
                  <a:pt x="1082357" y="868260"/>
                </a:lnTo>
                <a:lnTo>
                  <a:pt x="1104773" y="820902"/>
                </a:lnTo>
                <a:lnTo>
                  <a:pt x="1124127" y="772541"/>
                </a:lnTo>
                <a:lnTo>
                  <a:pt x="1140434" y="723315"/>
                </a:lnTo>
                <a:close/>
              </a:path>
              <a:path w="1176655" h="1123315">
                <a:moveTo>
                  <a:pt x="1146086" y="249974"/>
                </a:moveTo>
                <a:lnTo>
                  <a:pt x="1137551" y="220700"/>
                </a:lnTo>
                <a:lnTo>
                  <a:pt x="1127963" y="191681"/>
                </a:lnTo>
                <a:lnTo>
                  <a:pt x="1117320" y="162953"/>
                </a:lnTo>
                <a:lnTo>
                  <a:pt x="1105636" y="134556"/>
                </a:lnTo>
                <a:lnTo>
                  <a:pt x="117284" y="1122832"/>
                </a:lnTo>
                <a:lnTo>
                  <a:pt x="273215" y="1122832"/>
                </a:lnTo>
                <a:lnTo>
                  <a:pt x="1146086" y="249974"/>
                </a:lnTo>
                <a:close/>
              </a:path>
              <a:path w="1176655" h="1123315">
                <a:moveTo>
                  <a:pt x="1175054" y="428929"/>
                </a:moveTo>
                <a:lnTo>
                  <a:pt x="1172451" y="394398"/>
                </a:lnTo>
                <a:lnTo>
                  <a:pt x="1168488" y="359981"/>
                </a:lnTo>
                <a:lnTo>
                  <a:pt x="1163142" y="325716"/>
                </a:lnTo>
                <a:lnTo>
                  <a:pt x="1156385" y="291655"/>
                </a:lnTo>
                <a:lnTo>
                  <a:pt x="325196" y="1122832"/>
                </a:lnTo>
                <a:lnTo>
                  <a:pt x="481088" y="1122832"/>
                </a:lnTo>
                <a:lnTo>
                  <a:pt x="1175054" y="428929"/>
                </a:lnTo>
                <a:close/>
              </a:path>
              <a:path w="1176655" h="1123315">
                <a:moveTo>
                  <a:pt x="1176375" y="479564"/>
                </a:moveTo>
                <a:lnTo>
                  <a:pt x="533044" y="1122832"/>
                </a:lnTo>
                <a:lnTo>
                  <a:pt x="688962" y="1122832"/>
                </a:lnTo>
                <a:lnTo>
                  <a:pt x="1158011" y="653783"/>
                </a:lnTo>
                <a:lnTo>
                  <a:pt x="1165948" y="610552"/>
                </a:lnTo>
                <a:lnTo>
                  <a:pt x="1171651" y="567055"/>
                </a:lnTo>
                <a:lnTo>
                  <a:pt x="1175131" y="523354"/>
                </a:lnTo>
                <a:lnTo>
                  <a:pt x="1176375" y="479564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0" y="8487047"/>
            <a:ext cx="1404620" cy="1800225"/>
            <a:chOff x="0" y="8487047"/>
            <a:chExt cx="1404620" cy="1800225"/>
          </a:xfrm>
        </p:grpSpPr>
        <p:sp>
          <p:nvSpPr>
            <p:cNvPr id="33" name="object 33"/>
            <p:cNvSpPr/>
            <p:nvPr/>
          </p:nvSpPr>
          <p:spPr>
            <a:xfrm>
              <a:off x="0" y="8781122"/>
              <a:ext cx="1011555" cy="1363980"/>
            </a:xfrm>
            <a:custGeom>
              <a:avLst/>
              <a:gdLst/>
              <a:ahLst/>
              <a:cxnLst/>
              <a:rect l="l" t="t" r="r" b="b"/>
              <a:pathLst>
                <a:path w="1011555" h="1363979">
                  <a:moveTo>
                    <a:pt x="84493" y="31711"/>
                  </a:moveTo>
                  <a:lnTo>
                    <a:pt x="38900" y="45808"/>
                  </a:lnTo>
                  <a:lnTo>
                    <a:pt x="0" y="60274"/>
                  </a:lnTo>
                  <a:lnTo>
                    <a:pt x="0" y="116192"/>
                  </a:lnTo>
                  <a:lnTo>
                    <a:pt x="84493" y="31711"/>
                  </a:lnTo>
                  <a:close/>
                </a:path>
                <a:path w="1011555" h="1363979">
                  <a:moveTo>
                    <a:pt x="324142" y="0"/>
                  </a:moveTo>
                  <a:lnTo>
                    <a:pt x="281051" y="685"/>
                  </a:lnTo>
                  <a:lnTo>
                    <a:pt x="238036" y="3505"/>
                  </a:lnTo>
                  <a:lnTo>
                    <a:pt x="195199" y="8470"/>
                  </a:lnTo>
                  <a:lnTo>
                    <a:pt x="152603" y="15595"/>
                  </a:lnTo>
                  <a:lnTo>
                    <a:pt x="0" y="168211"/>
                  </a:lnTo>
                  <a:lnTo>
                    <a:pt x="0" y="324129"/>
                  </a:lnTo>
                  <a:lnTo>
                    <a:pt x="324142" y="0"/>
                  </a:lnTo>
                  <a:close/>
                </a:path>
                <a:path w="1011555" h="1363979">
                  <a:moveTo>
                    <a:pt x="510082" y="21932"/>
                  </a:moveTo>
                  <a:lnTo>
                    <a:pt x="476364" y="14871"/>
                  </a:lnTo>
                  <a:lnTo>
                    <a:pt x="442468" y="9169"/>
                  </a:lnTo>
                  <a:lnTo>
                    <a:pt x="408393" y="4826"/>
                  </a:lnTo>
                  <a:lnTo>
                    <a:pt x="374205" y="1854"/>
                  </a:lnTo>
                  <a:lnTo>
                    <a:pt x="0" y="376034"/>
                  </a:lnTo>
                  <a:lnTo>
                    <a:pt x="0" y="531977"/>
                  </a:lnTo>
                  <a:lnTo>
                    <a:pt x="510082" y="21932"/>
                  </a:lnTo>
                  <a:close/>
                </a:path>
                <a:path w="1011555" h="1363979">
                  <a:moveTo>
                    <a:pt x="665975" y="73888"/>
                  </a:moveTo>
                  <a:lnTo>
                    <a:pt x="637794" y="61976"/>
                  </a:lnTo>
                  <a:lnTo>
                    <a:pt x="609295" y="51104"/>
                  </a:lnTo>
                  <a:lnTo>
                    <a:pt x="580491" y="41275"/>
                  </a:lnTo>
                  <a:lnTo>
                    <a:pt x="551408" y="32499"/>
                  </a:lnTo>
                  <a:lnTo>
                    <a:pt x="0" y="583907"/>
                  </a:lnTo>
                  <a:lnTo>
                    <a:pt x="0" y="739825"/>
                  </a:lnTo>
                  <a:lnTo>
                    <a:pt x="665975" y="73888"/>
                  </a:lnTo>
                  <a:close/>
                </a:path>
                <a:path w="1011555" h="1363979">
                  <a:moveTo>
                    <a:pt x="799477" y="148170"/>
                  </a:moveTo>
                  <a:lnTo>
                    <a:pt x="775487" y="132448"/>
                  </a:lnTo>
                  <a:lnTo>
                    <a:pt x="751090" y="117602"/>
                  </a:lnTo>
                  <a:lnTo>
                    <a:pt x="726338" y="103619"/>
                  </a:lnTo>
                  <a:lnTo>
                    <a:pt x="701255" y="90525"/>
                  </a:lnTo>
                  <a:lnTo>
                    <a:pt x="0" y="791781"/>
                  </a:lnTo>
                  <a:lnTo>
                    <a:pt x="0" y="947648"/>
                  </a:lnTo>
                  <a:lnTo>
                    <a:pt x="799477" y="148170"/>
                  </a:lnTo>
                  <a:close/>
                </a:path>
                <a:path w="1011555" h="1363979">
                  <a:moveTo>
                    <a:pt x="914069" y="241503"/>
                  </a:moveTo>
                  <a:lnTo>
                    <a:pt x="893660" y="222389"/>
                  </a:lnTo>
                  <a:lnTo>
                    <a:pt x="872794" y="204076"/>
                  </a:lnTo>
                  <a:lnTo>
                    <a:pt x="851496" y="186550"/>
                  </a:lnTo>
                  <a:lnTo>
                    <a:pt x="829767" y="169824"/>
                  </a:lnTo>
                  <a:lnTo>
                    <a:pt x="0" y="999591"/>
                  </a:lnTo>
                  <a:lnTo>
                    <a:pt x="0" y="1155573"/>
                  </a:lnTo>
                  <a:lnTo>
                    <a:pt x="914069" y="241503"/>
                  </a:lnTo>
                  <a:close/>
                </a:path>
                <a:path w="1011555" h="1363979">
                  <a:moveTo>
                    <a:pt x="1010958" y="352488"/>
                  </a:moveTo>
                  <a:lnTo>
                    <a:pt x="994410" y="330581"/>
                  </a:lnTo>
                  <a:lnTo>
                    <a:pt x="977061" y="309118"/>
                  </a:lnTo>
                  <a:lnTo>
                    <a:pt x="958913" y="288086"/>
                  </a:lnTo>
                  <a:lnTo>
                    <a:pt x="939952" y="267525"/>
                  </a:lnTo>
                  <a:lnTo>
                    <a:pt x="0" y="1207490"/>
                  </a:lnTo>
                  <a:lnTo>
                    <a:pt x="0" y="1363383"/>
                  </a:lnTo>
                  <a:lnTo>
                    <a:pt x="1010958" y="352488"/>
                  </a:lnTo>
                  <a:close/>
                </a:path>
              </a:pathLst>
            </a:custGeom>
            <a:solidFill>
              <a:srgbClr val="AED5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92963" y="8487054"/>
              <a:ext cx="911860" cy="1800225"/>
            </a:xfrm>
            <a:custGeom>
              <a:avLst/>
              <a:gdLst/>
              <a:ahLst/>
              <a:cxnLst/>
              <a:rect l="l" t="t" r="r" b="b"/>
              <a:pathLst>
                <a:path w="911860" h="1800225">
                  <a:moveTo>
                    <a:pt x="773430" y="1799945"/>
                  </a:moveTo>
                  <a:lnTo>
                    <a:pt x="514400" y="1351343"/>
                  </a:lnTo>
                  <a:lnTo>
                    <a:pt x="255435" y="1799945"/>
                  </a:lnTo>
                  <a:lnTo>
                    <a:pt x="773430" y="1799945"/>
                  </a:lnTo>
                  <a:close/>
                </a:path>
                <a:path w="911860" h="1800225">
                  <a:moveTo>
                    <a:pt x="911288" y="455650"/>
                  </a:moveTo>
                  <a:lnTo>
                    <a:pt x="908939" y="409067"/>
                  </a:lnTo>
                  <a:lnTo>
                    <a:pt x="902030" y="363816"/>
                  </a:lnTo>
                  <a:lnTo>
                    <a:pt x="890803" y="320154"/>
                  </a:lnTo>
                  <a:lnTo>
                    <a:pt x="875474" y="278295"/>
                  </a:lnTo>
                  <a:lnTo>
                    <a:pt x="856297" y="238455"/>
                  </a:lnTo>
                  <a:lnTo>
                    <a:pt x="833462" y="200888"/>
                  </a:lnTo>
                  <a:lnTo>
                    <a:pt x="807237" y="165811"/>
                  </a:lnTo>
                  <a:lnTo>
                    <a:pt x="777824" y="133451"/>
                  </a:lnTo>
                  <a:lnTo>
                    <a:pt x="745464" y="104051"/>
                  </a:lnTo>
                  <a:lnTo>
                    <a:pt x="710387" y="77812"/>
                  </a:lnTo>
                  <a:lnTo>
                    <a:pt x="672820" y="54991"/>
                  </a:lnTo>
                  <a:lnTo>
                    <a:pt x="632980" y="35801"/>
                  </a:lnTo>
                  <a:lnTo>
                    <a:pt x="591121" y="20485"/>
                  </a:lnTo>
                  <a:lnTo>
                    <a:pt x="547446" y="9258"/>
                  </a:lnTo>
                  <a:lnTo>
                    <a:pt x="502196" y="2349"/>
                  </a:lnTo>
                  <a:lnTo>
                    <a:pt x="455599" y="0"/>
                  </a:lnTo>
                  <a:lnTo>
                    <a:pt x="409028" y="2349"/>
                  </a:lnTo>
                  <a:lnTo>
                    <a:pt x="363791" y="9258"/>
                  </a:lnTo>
                  <a:lnTo>
                    <a:pt x="320128" y="20485"/>
                  </a:lnTo>
                  <a:lnTo>
                    <a:pt x="278269" y="35801"/>
                  </a:lnTo>
                  <a:lnTo>
                    <a:pt x="238442" y="54991"/>
                  </a:lnTo>
                  <a:lnTo>
                    <a:pt x="200875" y="77812"/>
                  </a:lnTo>
                  <a:lnTo>
                    <a:pt x="165811" y="104051"/>
                  </a:lnTo>
                  <a:lnTo>
                    <a:pt x="133451" y="133451"/>
                  </a:lnTo>
                  <a:lnTo>
                    <a:pt x="104038" y="165811"/>
                  </a:lnTo>
                  <a:lnTo>
                    <a:pt x="77812" y="200888"/>
                  </a:lnTo>
                  <a:lnTo>
                    <a:pt x="54991" y="238455"/>
                  </a:lnTo>
                  <a:lnTo>
                    <a:pt x="35801" y="278295"/>
                  </a:lnTo>
                  <a:lnTo>
                    <a:pt x="20485" y="320154"/>
                  </a:lnTo>
                  <a:lnTo>
                    <a:pt x="9258" y="363816"/>
                  </a:lnTo>
                  <a:lnTo>
                    <a:pt x="2349" y="409067"/>
                  </a:lnTo>
                  <a:lnTo>
                    <a:pt x="0" y="455650"/>
                  </a:lnTo>
                  <a:lnTo>
                    <a:pt x="2349" y="502234"/>
                  </a:lnTo>
                  <a:lnTo>
                    <a:pt x="9258" y="547484"/>
                  </a:lnTo>
                  <a:lnTo>
                    <a:pt x="20485" y="591146"/>
                  </a:lnTo>
                  <a:lnTo>
                    <a:pt x="35801" y="633006"/>
                  </a:lnTo>
                  <a:lnTo>
                    <a:pt x="54991" y="672846"/>
                  </a:lnTo>
                  <a:lnTo>
                    <a:pt x="77812" y="710412"/>
                  </a:lnTo>
                  <a:lnTo>
                    <a:pt x="104038" y="745490"/>
                  </a:lnTo>
                  <a:lnTo>
                    <a:pt x="133451" y="777836"/>
                  </a:lnTo>
                  <a:lnTo>
                    <a:pt x="165811" y="807250"/>
                  </a:lnTo>
                  <a:lnTo>
                    <a:pt x="200875" y="833475"/>
                  </a:lnTo>
                  <a:lnTo>
                    <a:pt x="238442" y="856310"/>
                  </a:lnTo>
                  <a:lnTo>
                    <a:pt x="278269" y="875487"/>
                  </a:lnTo>
                  <a:lnTo>
                    <a:pt x="320128" y="890816"/>
                  </a:lnTo>
                  <a:lnTo>
                    <a:pt x="363791" y="902042"/>
                  </a:lnTo>
                  <a:lnTo>
                    <a:pt x="409028" y="908939"/>
                  </a:lnTo>
                  <a:lnTo>
                    <a:pt x="455599" y="911301"/>
                  </a:lnTo>
                  <a:lnTo>
                    <a:pt x="502196" y="908939"/>
                  </a:lnTo>
                  <a:lnTo>
                    <a:pt x="547446" y="902042"/>
                  </a:lnTo>
                  <a:lnTo>
                    <a:pt x="591121" y="890816"/>
                  </a:lnTo>
                  <a:lnTo>
                    <a:pt x="632980" y="875487"/>
                  </a:lnTo>
                  <a:lnTo>
                    <a:pt x="672820" y="856310"/>
                  </a:lnTo>
                  <a:lnTo>
                    <a:pt x="710387" y="833475"/>
                  </a:lnTo>
                  <a:lnTo>
                    <a:pt x="745464" y="807250"/>
                  </a:lnTo>
                  <a:lnTo>
                    <a:pt x="777824" y="777836"/>
                  </a:lnTo>
                  <a:lnTo>
                    <a:pt x="807237" y="745490"/>
                  </a:lnTo>
                  <a:lnTo>
                    <a:pt x="833462" y="710412"/>
                  </a:lnTo>
                  <a:lnTo>
                    <a:pt x="856297" y="672846"/>
                  </a:lnTo>
                  <a:lnTo>
                    <a:pt x="875474" y="633006"/>
                  </a:lnTo>
                  <a:lnTo>
                    <a:pt x="890803" y="591146"/>
                  </a:lnTo>
                  <a:lnTo>
                    <a:pt x="902030" y="547484"/>
                  </a:lnTo>
                  <a:lnTo>
                    <a:pt x="908939" y="502234"/>
                  </a:lnTo>
                  <a:lnTo>
                    <a:pt x="911288" y="455650"/>
                  </a:lnTo>
                  <a:close/>
                </a:path>
              </a:pathLst>
            </a:custGeom>
            <a:solidFill>
              <a:srgbClr val="679E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5" name="object 3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35015" y="7949135"/>
            <a:ext cx="714374" cy="657224"/>
          </a:xfrm>
          <a:prstGeom prst="rect">
            <a:avLst/>
          </a:prstGeom>
        </p:spPr>
      </p:pic>
      <p:sp>
        <p:nvSpPr>
          <p:cNvPr id="36" name="object 3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0965" marR="5080" indent="-834390">
              <a:lnSpc>
                <a:spcPct val="116100"/>
              </a:lnSpc>
              <a:spcBef>
                <a:spcPts val="100"/>
              </a:spcBef>
            </a:pPr>
            <a:r>
              <a:rPr spc="204" dirty="0"/>
              <a:t>Agenda</a:t>
            </a:r>
            <a:r>
              <a:rPr spc="-40" dirty="0"/>
              <a:t> </a:t>
            </a:r>
            <a:r>
              <a:rPr spc="85" dirty="0"/>
              <a:t>Overview </a:t>
            </a:r>
            <a:r>
              <a:rPr spc="-10" dirty="0"/>
              <a:t>(Continued)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3705808" y="4175362"/>
            <a:ext cx="2491740" cy="2258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085" marR="164465" algn="ctr">
              <a:lnSpc>
                <a:spcPct val="116100"/>
              </a:lnSpc>
              <a:spcBef>
                <a:spcPts val="100"/>
              </a:spcBef>
            </a:pPr>
            <a:r>
              <a:rPr sz="2100" b="1" spc="45" dirty="0">
                <a:solidFill>
                  <a:srgbClr val="1B1B1B"/>
                </a:solidFill>
                <a:latin typeface="Tahoma"/>
                <a:cs typeface="Tahoma"/>
              </a:rPr>
              <a:t>Learnings</a:t>
            </a:r>
            <a:r>
              <a:rPr sz="2100" b="1" spc="-1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80" dirty="0">
                <a:solidFill>
                  <a:srgbClr val="1B1B1B"/>
                </a:solidFill>
                <a:latin typeface="Tahoma"/>
                <a:cs typeface="Tahoma"/>
              </a:rPr>
              <a:t>from </a:t>
            </a:r>
            <a:r>
              <a:rPr sz="2100" b="1" spc="-10" dirty="0">
                <a:solidFill>
                  <a:srgbClr val="1B1B1B"/>
                </a:solidFill>
                <a:latin typeface="Tahoma"/>
                <a:cs typeface="Tahoma"/>
              </a:rPr>
              <a:t>Resources</a:t>
            </a:r>
            <a:endParaRPr sz="2100">
              <a:latin typeface="Tahoma"/>
              <a:cs typeface="Tahoma"/>
            </a:endParaRPr>
          </a:p>
          <a:p>
            <a:pPr marL="12700" marR="5080" algn="ctr">
              <a:lnSpc>
                <a:spcPct val="112900"/>
              </a:lnSpc>
              <a:spcBef>
                <a:spcPts val="1225"/>
              </a:spcBef>
            </a:pPr>
            <a:r>
              <a:rPr sz="155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Key</a:t>
            </a:r>
            <a:r>
              <a:rPr sz="15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insights </a:t>
            </a:r>
            <a:r>
              <a:rPr sz="155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from</a:t>
            </a:r>
            <a:r>
              <a:rPr sz="15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data </a:t>
            </a:r>
            <a:r>
              <a:rPr sz="15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centres,</a:t>
            </a:r>
            <a:r>
              <a:rPr sz="155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carbon</a:t>
            </a:r>
            <a:r>
              <a:rPr sz="155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emissions, </a:t>
            </a:r>
            <a:r>
              <a:rPr sz="15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ecological</a:t>
            </a:r>
            <a:r>
              <a:rPr sz="155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footprints,</a:t>
            </a:r>
            <a:r>
              <a:rPr sz="155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AI </a:t>
            </a:r>
            <a:r>
              <a:rPr sz="15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energy</a:t>
            </a:r>
            <a:r>
              <a:rPr sz="15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90" dirty="0">
                <a:solidFill>
                  <a:srgbClr val="1B1B1B"/>
                </a:solidFill>
                <a:latin typeface="Lucida Sans Unicode"/>
                <a:cs typeface="Lucida Sans Unicode"/>
              </a:rPr>
              <a:t>use,</a:t>
            </a:r>
            <a:r>
              <a:rPr sz="15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5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green</a:t>
            </a:r>
            <a:r>
              <a:rPr sz="15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skills </a:t>
            </a:r>
            <a:r>
              <a:rPr sz="155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for</a:t>
            </a:r>
            <a:r>
              <a:rPr sz="15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future</a:t>
            </a:r>
            <a:r>
              <a:rPr sz="15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employment.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802250" y="4175362"/>
            <a:ext cx="2682240" cy="2258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marR="288290" algn="ctr">
              <a:lnSpc>
                <a:spcPct val="116100"/>
              </a:lnSpc>
              <a:spcBef>
                <a:spcPts val="100"/>
              </a:spcBef>
            </a:pPr>
            <a:r>
              <a:rPr sz="2100" b="1" spc="50" dirty="0">
                <a:solidFill>
                  <a:srgbClr val="1B1B1B"/>
                </a:solidFill>
                <a:latin typeface="Tahoma"/>
                <a:cs typeface="Tahoma"/>
              </a:rPr>
              <a:t>Data</a:t>
            </a:r>
            <a:r>
              <a:rPr sz="2100" b="1" spc="-2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45" dirty="0">
                <a:solidFill>
                  <a:srgbClr val="1B1B1B"/>
                </a:solidFill>
                <a:latin typeface="Tahoma"/>
                <a:cs typeface="Tahoma"/>
              </a:rPr>
              <a:t>Centres</a:t>
            </a:r>
            <a:r>
              <a:rPr sz="2100" b="1" spc="-1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-50" dirty="0">
                <a:solidFill>
                  <a:srgbClr val="1B1B1B"/>
                </a:solidFill>
                <a:latin typeface="Tahoma"/>
                <a:cs typeface="Tahoma"/>
              </a:rPr>
              <a:t>&amp; </a:t>
            </a:r>
            <a:r>
              <a:rPr sz="2100" b="1" spc="50" dirty="0">
                <a:solidFill>
                  <a:srgbClr val="1B1B1B"/>
                </a:solidFill>
                <a:latin typeface="Tahoma"/>
                <a:cs typeface="Tahoma"/>
              </a:rPr>
              <a:t>Environment</a:t>
            </a:r>
            <a:endParaRPr sz="2100">
              <a:latin typeface="Tahoma"/>
              <a:cs typeface="Tahoma"/>
            </a:endParaRPr>
          </a:p>
          <a:p>
            <a:pPr marL="12700" marR="5080" algn="ctr">
              <a:lnSpc>
                <a:spcPct val="112900"/>
              </a:lnSpc>
              <a:spcBef>
                <a:spcPts val="1225"/>
              </a:spcBef>
            </a:pPr>
            <a:r>
              <a:rPr sz="155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Understanding</a:t>
            </a:r>
            <a:r>
              <a:rPr sz="155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energy </a:t>
            </a:r>
            <a:r>
              <a:rPr sz="15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consumption,</a:t>
            </a:r>
            <a:r>
              <a:rPr sz="155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cooling </a:t>
            </a:r>
            <a:r>
              <a:rPr sz="155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systems,</a:t>
            </a:r>
            <a:r>
              <a:rPr sz="1550" spc="2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renewable-</a:t>
            </a:r>
            <a:r>
              <a:rPr sz="155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powered </a:t>
            </a:r>
            <a:r>
              <a:rPr sz="15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infrastructure,</a:t>
            </a:r>
            <a:r>
              <a:rPr sz="155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55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0" dirty="0">
                <a:solidFill>
                  <a:srgbClr val="1B1B1B"/>
                </a:solidFill>
                <a:latin typeface="Lucida Sans Unicode"/>
                <a:cs typeface="Lucida Sans Unicode"/>
              </a:rPr>
              <a:t>AI-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driven </a:t>
            </a:r>
            <a:r>
              <a:rPr sz="15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workload</a:t>
            </a:r>
            <a:r>
              <a:rPr sz="155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management.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2179614" y="4175362"/>
            <a:ext cx="2322830" cy="2258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820" marR="203200" algn="ctr">
              <a:lnSpc>
                <a:spcPct val="116100"/>
              </a:lnSpc>
              <a:spcBef>
                <a:spcPts val="100"/>
              </a:spcBef>
            </a:pPr>
            <a:r>
              <a:rPr sz="2100" b="1" spc="-55" dirty="0">
                <a:solidFill>
                  <a:srgbClr val="1B1B1B"/>
                </a:solidFill>
                <a:latin typeface="Tahoma"/>
                <a:cs typeface="Tahoma"/>
              </a:rPr>
              <a:t>AI</a:t>
            </a:r>
            <a:r>
              <a:rPr sz="2100" b="1" spc="-10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-25" dirty="0">
                <a:solidFill>
                  <a:srgbClr val="1B1B1B"/>
                </a:solidFill>
                <a:latin typeface="Tahoma"/>
                <a:cs typeface="Tahoma"/>
              </a:rPr>
              <a:t>for </a:t>
            </a:r>
            <a:r>
              <a:rPr sz="2100" b="1" spc="-10" dirty="0">
                <a:solidFill>
                  <a:srgbClr val="1B1B1B"/>
                </a:solidFill>
                <a:latin typeface="Tahoma"/>
                <a:cs typeface="Tahoma"/>
              </a:rPr>
              <a:t>Sustainability</a:t>
            </a:r>
            <a:endParaRPr sz="2100">
              <a:latin typeface="Tahoma"/>
              <a:cs typeface="Tahoma"/>
            </a:endParaRPr>
          </a:p>
          <a:p>
            <a:pPr marL="12700" marR="5080" indent="-635" algn="ctr">
              <a:lnSpc>
                <a:spcPct val="112900"/>
              </a:lnSpc>
              <a:spcBef>
                <a:spcPts val="1225"/>
              </a:spcBef>
            </a:pPr>
            <a:r>
              <a:rPr sz="155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AI</a:t>
            </a:r>
            <a:r>
              <a:rPr sz="15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applications</a:t>
            </a:r>
            <a:r>
              <a:rPr sz="155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95" dirty="0">
                <a:solidFill>
                  <a:srgbClr val="1B1B1B"/>
                </a:solidFill>
                <a:latin typeface="Lucida Sans Unicode"/>
                <a:cs typeface="Lucida Sans Unicode"/>
              </a:rPr>
              <a:t>in</a:t>
            </a:r>
            <a:r>
              <a:rPr sz="155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smart </a:t>
            </a:r>
            <a:r>
              <a:rPr sz="155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agriculture,</a:t>
            </a:r>
            <a:r>
              <a:rPr sz="155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waste</a:t>
            </a:r>
            <a:r>
              <a:rPr sz="155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sorting, </a:t>
            </a:r>
            <a:r>
              <a:rPr sz="15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energy</a:t>
            </a:r>
            <a:r>
              <a:rPr sz="155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management, </a:t>
            </a:r>
            <a:r>
              <a:rPr sz="15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pollution</a:t>
            </a:r>
            <a:r>
              <a:rPr sz="155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90" dirty="0">
                <a:solidFill>
                  <a:srgbClr val="1B1B1B"/>
                </a:solidFill>
                <a:latin typeface="Lucida Sans Unicode"/>
                <a:cs typeface="Lucida Sans Unicode"/>
              </a:rPr>
              <a:t>monitoring,</a:t>
            </a:r>
            <a:r>
              <a:rPr sz="155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and </a:t>
            </a:r>
            <a:r>
              <a:rPr sz="155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climate</a:t>
            </a:r>
            <a:r>
              <a:rPr sz="155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prediction.</a:t>
            </a:r>
            <a:endParaRPr sz="15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15687" y="4000198"/>
            <a:ext cx="3747135" cy="4559935"/>
            <a:chOff x="2715687" y="4000198"/>
            <a:chExt cx="3747135" cy="4559935"/>
          </a:xfrm>
        </p:grpSpPr>
        <p:sp>
          <p:nvSpPr>
            <p:cNvPr id="3" name="object 3"/>
            <p:cNvSpPr/>
            <p:nvPr/>
          </p:nvSpPr>
          <p:spPr>
            <a:xfrm>
              <a:off x="3002003" y="4223465"/>
              <a:ext cx="3460750" cy="4337050"/>
            </a:xfrm>
            <a:custGeom>
              <a:avLst/>
              <a:gdLst/>
              <a:ahLst/>
              <a:cxnLst/>
              <a:rect l="l" t="t" r="r" b="b"/>
              <a:pathLst>
                <a:path w="3460750" h="4337050">
                  <a:moveTo>
                    <a:pt x="3460616" y="4336467"/>
                  </a:moveTo>
                  <a:lnTo>
                    <a:pt x="0" y="4336467"/>
                  </a:lnTo>
                  <a:lnTo>
                    <a:pt x="0" y="0"/>
                  </a:lnTo>
                  <a:lnTo>
                    <a:pt x="3460616" y="0"/>
                  </a:lnTo>
                  <a:lnTo>
                    <a:pt x="3460616" y="4336467"/>
                  </a:lnTo>
                  <a:close/>
                </a:path>
              </a:pathLst>
            </a:custGeom>
            <a:solidFill>
              <a:srgbClr val="AED5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15687" y="4000198"/>
              <a:ext cx="3460750" cy="4337050"/>
            </a:xfrm>
            <a:custGeom>
              <a:avLst/>
              <a:gdLst/>
              <a:ahLst/>
              <a:cxnLst/>
              <a:rect l="l" t="t" r="r" b="b"/>
              <a:pathLst>
                <a:path w="3460750" h="4337050">
                  <a:moveTo>
                    <a:pt x="3460617" y="4336467"/>
                  </a:moveTo>
                  <a:lnTo>
                    <a:pt x="0" y="4336467"/>
                  </a:lnTo>
                  <a:lnTo>
                    <a:pt x="0" y="0"/>
                  </a:lnTo>
                  <a:lnTo>
                    <a:pt x="3460617" y="0"/>
                  </a:lnTo>
                  <a:lnTo>
                    <a:pt x="3460617" y="4336467"/>
                  </a:lnTo>
                  <a:close/>
                </a:path>
              </a:pathLst>
            </a:custGeom>
            <a:solidFill>
              <a:srgbClr val="679E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270533" y="4000198"/>
            <a:ext cx="3747135" cy="4559935"/>
            <a:chOff x="7270533" y="4000198"/>
            <a:chExt cx="3747135" cy="4559935"/>
          </a:xfrm>
        </p:grpSpPr>
        <p:sp>
          <p:nvSpPr>
            <p:cNvPr id="6" name="object 6"/>
            <p:cNvSpPr/>
            <p:nvPr/>
          </p:nvSpPr>
          <p:spPr>
            <a:xfrm>
              <a:off x="7556849" y="4223465"/>
              <a:ext cx="3460750" cy="4337050"/>
            </a:xfrm>
            <a:custGeom>
              <a:avLst/>
              <a:gdLst/>
              <a:ahLst/>
              <a:cxnLst/>
              <a:rect l="l" t="t" r="r" b="b"/>
              <a:pathLst>
                <a:path w="3460750" h="4337050">
                  <a:moveTo>
                    <a:pt x="3460616" y="4336467"/>
                  </a:moveTo>
                  <a:lnTo>
                    <a:pt x="0" y="4336467"/>
                  </a:lnTo>
                  <a:lnTo>
                    <a:pt x="0" y="0"/>
                  </a:lnTo>
                  <a:lnTo>
                    <a:pt x="3460616" y="0"/>
                  </a:lnTo>
                  <a:lnTo>
                    <a:pt x="3460616" y="4336467"/>
                  </a:lnTo>
                  <a:close/>
                </a:path>
              </a:pathLst>
            </a:custGeom>
            <a:solidFill>
              <a:srgbClr val="DBEC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70533" y="4000198"/>
              <a:ext cx="3460750" cy="4337050"/>
            </a:xfrm>
            <a:custGeom>
              <a:avLst/>
              <a:gdLst/>
              <a:ahLst/>
              <a:cxnLst/>
              <a:rect l="l" t="t" r="r" b="b"/>
              <a:pathLst>
                <a:path w="3460750" h="4337050">
                  <a:moveTo>
                    <a:pt x="3460616" y="4336467"/>
                  </a:moveTo>
                  <a:lnTo>
                    <a:pt x="0" y="4336467"/>
                  </a:lnTo>
                  <a:lnTo>
                    <a:pt x="0" y="0"/>
                  </a:lnTo>
                  <a:lnTo>
                    <a:pt x="3460616" y="0"/>
                  </a:lnTo>
                  <a:lnTo>
                    <a:pt x="3460616" y="4336467"/>
                  </a:lnTo>
                  <a:close/>
                </a:path>
              </a:pathLst>
            </a:custGeom>
            <a:solidFill>
              <a:srgbClr val="AED5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1827090" y="4000198"/>
            <a:ext cx="3747135" cy="4559935"/>
            <a:chOff x="11827090" y="4000198"/>
            <a:chExt cx="3747135" cy="4559935"/>
          </a:xfrm>
        </p:grpSpPr>
        <p:sp>
          <p:nvSpPr>
            <p:cNvPr id="9" name="object 9"/>
            <p:cNvSpPr/>
            <p:nvPr/>
          </p:nvSpPr>
          <p:spPr>
            <a:xfrm>
              <a:off x="12113406" y="4223465"/>
              <a:ext cx="3460750" cy="4337050"/>
            </a:xfrm>
            <a:custGeom>
              <a:avLst/>
              <a:gdLst/>
              <a:ahLst/>
              <a:cxnLst/>
              <a:rect l="l" t="t" r="r" b="b"/>
              <a:pathLst>
                <a:path w="3460750" h="4337050">
                  <a:moveTo>
                    <a:pt x="3460616" y="4336467"/>
                  </a:moveTo>
                  <a:lnTo>
                    <a:pt x="0" y="4336467"/>
                  </a:lnTo>
                  <a:lnTo>
                    <a:pt x="0" y="0"/>
                  </a:lnTo>
                  <a:lnTo>
                    <a:pt x="3460616" y="0"/>
                  </a:lnTo>
                  <a:lnTo>
                    <a:pt x="3460616" y="4336467"/>
                  </a:lnTo>
                  <a:close/>
                </a:path>
              </a:pathLst>
            </a:custGeom>
            <a:solidFill>
              <a:srgbClr val="AED5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827090" y="4000198"/>
              <a:ext cx="3460750" cy="4337050"/>
            </a:xfrm>
            <a:custGeom>
              <a:avLst/>
              <a:gdLst/>
              <a:ahLst/>
              <a:cxnLst/>
              <a:rect l="l" t="t" r="r" b="b"/>
              <a:pathLst>
                <a:path w="3460750" h="4337050">
                  <a:moveTo>
                    <a:pt x="3460617" y="4336467"/>
                  </a:moveTo>
                  <a:lnTo>
                    <a:pt x="0" y="4336467"/>
                  </a:lnTo>
                  <a:lnTo>
                    <a:pt x="0" y="0"/>
                  </a:lnTo>
                  <a:lnTo>
                    <a:pt x="3460617" y="0"/>
                  </a:lnTo>
                  <a:lnTo>
                    <a:pt x="3460617" y="4336467"/>
                  </a:lnTo>
                  <a:close/>
                </a:path>
              </a:pathLst>
            </a:custGeom>
            <a:solidFill>
              <a:srgbClr val="DBEC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59238" y="4180757"/>
            <a:ext cx="800099" cy="7238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68980" y="4049211"/>
            <a:ext cx="809624" cy="10667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019439" y="3913929"/>
            <a:ext cx="1019174" cy="1514474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7019367" y="9031443"/>
            <a:ext cx="1268730" cy="1256030"/>
          </a:xfrm>
          <a:custGeom>
            <a:avLst/>
            <a:gdLst/>
            <a:ahLst/>
            <a:cxnLst/>
            <a:rect l="l" t="t" r="r" b="b"/>
            <a:pathLst>
              <a:path w="1268730" h="1256029">
                <a:moveTo>
                  <a:pt x="828324" y="0"/>
                </a:moveTo>
                <a:lnTo>
                  <a:pt x="779653" y="1406"/>
                </a:lnTo>
                <a:lnTo>
                  <a:pt x="731722" y="5573"/>
                </a:lnTo>
                <a:lnTo>
                  <a:pt x="684610" y="12423"/>
                </a:lnTo>
                <a:lnTo>
                  <a:pt x="638394" y="21879"/>
                </a:lnTo>
                <a:lnTo>
                  <a:pt x="593152" y="33862"/>
                </a:lnTo>
                <a:lnTo>
                  <a:pt x="548961" y="48296"/>
                </a:lnTo>
                <a:lnTo>
                  <a:pt x="505899" y="65101"/>
                </a:lnTo>
                <a:lnTo>
                  <a:pt x="464044" y="84202"/>
                </a:lnTo>
                <a:lnTo>
                  <a:pt x="423474" y="105519"/>
                </a:lnTo>
                <a:lnTo>
                  <a:pt x="384265" y="128975"/>
                </a:lnTo>
                <a:lnTo>
                  <a:pt x="346497" y="154493"/>
                </a:lnTo>
                <a:lnTo>
                  <a:pt x="310246" y="181994"/>
                </a:lnTo>
                <a:lnTo>
                  <a:pt x="275590" y="211401"/>
                </a:lnTo>
                <a:lnTo>
                  <a:pt x="242607" y="242637"/>
                </a:lnTo>
                <a:lnTo>
                  <a:pt x="211375" y="275623"/>
                </a:lnTo>
                <a:lnTo>
                  <a:pt x="181970" y="310282"/>
                </a:lnTo>
                <a:lnTo>
                  <a:pt x="154472" y="346536"/>
                </a:lnTo>
                <a:lnTo>
                  <a:pt x="128958" y="384308"/>
                </a:lnTo>
                <a:lnTo>
                  <a:pt x="105504" y="423519"/>
                </a:lnTo>
                <a:lnTo>
                  <a:pt x="84190" y="464092"/>
                </a:lnTo>
                <a:lnTo>
                  <a:pt x="65092" y="505949"/>
                </a:lnTo>
                <a:lnTo>
                  <a:pt x="48289" y="549014"/>
                </a:lnTo>
                <a:lnTo>
                  <a:pt x="33857" y="593206"/>
                </a:lnTo>
                <a:lnTo>
                  <a:pt x="21876" y="638450"/>
                </a:lnTo>
                <a:lnTo>
                  <a:pt x="12421" y="684668"/>
                </a:lnTo>
                <a:lnTo>
                  <a:pt x="5572" y="731781"/>
                </a:lnTo>
                <a:lnTo>
                  <a:pt x="1406" y="779712"/>
                </a:lnTo>
                <a:lnTo>
                  <a:pt x="0" y="828384"/>
                </a:lnTo>
                <a:lnTo>
                  <a:pt x="1403" y="877053"/>
                </a:lnTo>
                <a:lnTo>
                  <a:pt x="5567" y="924982"/>
                </a:lnTo>
                <a:lnTo>
                  <a:pt x="12414" y="972093"/>
                </a:lnTo>
                <a:lnTo>
                  <a:pt x="21866" y="1018308"/>
                </a:lnTo>
                <a:lnTo>
                  <a:pt x="33847" y="1063549"/>
                </a:lnTo>
                <a:lnTo>
                  <a:pt x="48277" y="1107739"/>
                </a:lnTo>
                <a:lnTo>
                  <a:pt x="65080" y="1150801"/>
                </a:lnTo>
                <a:lnTo>
                  <a:pt x="84177" y="1192655"/>
                </a:lnTo>
                <a:lnTo>
                  <a:pt x="105491" y="1233226"/>
                </a:lnTo>
                <a:lnTo>
                  <a:pt x="118848" y="1255556"/>
                </a:lnTo>
                <a:lnTo>
                  <a:pt x="1268630" y="1255556"/>
                </a:lnTo>
                <a:lnTo>
                  <a:pt x="1268630" y="126730"/>
                </a:lnTo>
                <a:lnTo>
                  <a:pt x="1233174" y="105519"/>
                </a:lnTo>
                <a:lnTo>
                  <a:pt x="1192604" y="84202"/>
                </a:lnTo>
                <a:lnTo>
                  <a:pt x="1150749" y="65101"/>
                </a:lnTo>
                <a:lnTo>
                  <a:pt x="1107687" y="48296"/>
                </a:lnTo>
                <a:lnTo>
                  <a:pt x="1063496" y="33862"/>
                </a:lnTo>
                <a:lnTo>
                  <a:pt x="1018254" y="21879"/>
                </a:lnTo>
                <a:lnTo>
                  <a:pt x="972038" y="12423"/>
                </a:lnTo>
                <a:lnTo>
                  <a:pt x="924925" y="5573"/>
                </a:lnTo>
                <a:lnTo>
                  <a:pt x="876995" y="1406"/>
                </a:lnTo>
                <a:lnTo>
                  <a:pt x="828324" y="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528583" y="9918933"/>
            <a:ext cx="152211" cy="15223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800348" y="9918933"/>
            <a:ext cx="152211" cy="152234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17072106" y="991893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1" y="0"/>
                </a:moveTo>
                <a:lnTo>
                  <a:pt x="46497" y="5981"/>
                </a:lnTo>
                <a:lnTo>
                  <a:pt x="22295" y="22291"/>
                </a:lnTo>
                <a:lnTo>
                  <a:pt x="5981" y="46477"/>
                </a:lnTo>
                <a:lnTo>
                  <a:pt x="0" y="76087"/>
                </a:lnTo>
                <a:lnTo>
                  <a:pt x="5981" y="105706"/>
                </a:lnTo>
                <a:lnTo>
                  <a:pt x="22295" y="129913"/>
                </a:lnTo>
                <a:lnTo>
                  <a:pt x="46497" y="146243"/>
                </a:lnTo>
                <a:lnTo>
                  <a:pt x="76141" y="152234"/>
                </a:lnTo>
                <a:lnTo>
                  <a:pt x="105751" y="146243"/>
                </a:lnTo>
                <a:lnTo>
                  <a:pt x="129937" y="129913"/>
                </a:lnTo>
                <a:lnTo>
                  <a:pt x="146247" y="105706"/>
                </a:lnTo>
                <a:lnTo>
                  <a:pt x="152228" y="76087"/>
                </a:lnTo>
                <a:lnTo>
                  <a:pt x="146247" y="46477"/>
                </a:lnTo>
                <a:lnTo>
                  <a:pt x="129937" y="22291"/>
                </a:lnTo>
                <a:lnTo>
                  <a:pt x="105751" y="5981"/>
                </a:lnTo>
                <a:lnTo>
                  <a:pt x="76141" y="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343859" y="991893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8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706"/>
                </a:lnTo>
                <a:lnTo>
                  <a:pt x="22298" y="129913"/>
                </a:lnTo>
                <a:lnTo>
                  <a:pt x="46502" y="146243"/>
                </a:lnTo>
                <a:lnTo>
                  <a:pt x="76147" y="152234"/>
                </a:lnTo>
                <a:lnTo>
                  <a:pt x="105757" y="146243"/>
                </a:lnTo>
                <a:lnTo>
                  <a:pt x="129943" y="129913"/>
                </a:lnTo>
                <a:lnTo>
                  <a:pt x="146253" y="105706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615617" y="991893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9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706"/>
                </a:lnTo>
                <a:lnTo>
                  <a:pt x="22298" y="129913"/>
                </a:lnTo>
                <a:lnTo>
                  <a:pt x="46502" y="146243"/>
                </a:lnTo>
                <a:lnTo>
                  <a:pt x="76147" y="152234"/>
                </a:lnTo>
                <a:lnTo>
                  <a:pt x="105757" y="146243"/>
                </a:lnTo>
                <a:lnTo>
                  <a:pt x="129943" y="129913"/>
                </a:lnTo>
                <a:lnTo>
                  <a:pt x="146253" y="105706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7887376" y="991893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8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706"/>
                </a:lnTo>
                <a:lnTo>
                  <a:pt x="22298" y="129913"/>
                </a:lnTo>
                <a:lnTo>
                  <a:pt x="46502" y="146243"/>
                </a:lnTo>
                <a:lnTo>
                  <a:pt x="76147" y="152234"/>
                </a:lnTo>
                <a:lnTo>
                  <a:pt x="105757" y="146243"/>
                </a:lnTo>
                <a:lnTo>
                  <a:pt x="129943" y="129913"/>
                </a:lnTo>
                <a:lnTo>
                  <a:pt x="146253" y="105706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528583" y="9647174"/>
            <a:ext cx="152211" cy="15217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800348" y="9647174"/>
            <a:ext cx="152211" cy="152175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17072106" y="964717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1" y="0"/>
                </a:moveTo>
                <a:lnTo>
                  <a:pt x="46497" y="5981"/>
                </a:lnTo>
                <a:lnTo>
                  <a:pt x="22295" y="22291"/>
                </a:lnTo>
                <a:lnTo>
                  <a:pt x="5981" y="46477"/>
                </a:lnTo>
                <a:lnTo>
                  <a:pt x="0" y="76087"/>
                </a:lnTo>
                <a:lnTo>
                  <a:pt x="5981" y="105697"/>
                </a:lnTo>
                <a:lnTo>
                  <a:pt x="22295" y="129883"/>
                </a:lnTo>
                <a:lnTo>
                  <a:pt x="46497" y="146193"/>
                </a:lnTo>
                <a:lnTo>
                  <a:pt x="76141" y="152175"/>
                </a:lnTo>
                <a:lnTo>
                  <a:pt x="105751" y="146193"/>
                </a:lnTo>
                <a:lnTo>
                  <a:pt x="129937" y="129883"/>
                </a:lnTo>
                <a:lnTo>
                  <a:pt x="146247" y="105697"/>
                </a:lnTo>
                <a:lnTo>
                  <a:pt x="152228" y="76087"/>
                </a:lnTo>
                <a:lnTo>
                  <a:pt x="146247" y="46477"/>
                </a:lnTo>
                <a:lnTo>
                  <a:pt x="129937" y="22291"/>
                </a:lnTo>
                <a:lnTo>
                  <a:pt x="105751" y="5981"/>
                </a:lnTo>
                <a:lnTo>
                  <a:pt x="76141" y="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7343859" y="964717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8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697"/>
                </a:lnTo>
                <a:lnTo>
                  <a:pt x="22298" y="129883"/>
                </a:lnTo>
                <a:lnTo>
                  <a:pt x="46502" y="146193"/>
                </a:lnTo>
                <a:lnTo>
                  <a:pt x="76147" y="152175"/>
                </a:lnTo>
                <a:lnTo>
                  <a:pt x="105757" y="146193"/>
                </a:lnTo>
                <a:lnTo>
                  <a:pt x="129943" y="129883"/>
                </a:lnTo>
                <a:lnTo>
                  <a:pt x="146253" y="105697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7615617" y="964717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9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697"/>
                </a:lnTo>
                <a:lnTo>
                  <a:pt x="22298" y="129883"/>
                </a:lnTo>
                <a:lnTo>
                  <a:pt x="46502" y="146193"/>
                </a:lnTo>
                <a:lnTo>
                  <a:pt x="76147" y="152175"/>
                </a:lnTo>
                <a:lnTo>
                  <a:pt x="105757" y="146193"/>
                </a:lnTo>
                <a:lnTo>
                  <a:pt x="129943" y="129883"/>
                </a:lnTo>
                <a:lnTo>
                  <a:pt x="146253" y="105697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7887376" y="964717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8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697"/>
                </a:lnTo>
                <a:lnTo>
                  <a:pt x="22298" y="129883"/>
                </a:lnTo>
                <a:lnTo>
                  <a:pt x="46502" y="146193"/>
                </a:lnTo>
                <a:lnTo>
                  <a:pt x="76147" y="152175"/>
                </a:lnTo>
                <a:lnTo>
                  <a:pt x="105757" y="146193"/>
                </a:lnTo>
                <a:lnTo>
                  <a:pt x="129943" y="129883"/>
                </a:lnTo>
                <a:lnTo>
                  <a:pt x="146253" y="105697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object 2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528583" y="9375416"/>
            <a:ext cx="152211" cy="152175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800348" y="9375416"/>
            <a:ext cx="152211" cy="152175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17072106" y="937541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1" y="0"/>
                </a:moveTo>
                <a:lnTo>
                  <a:pt x="46497" y="5981"/>
                </a:lnTo>
                <a:lnTo>
                  <a:pt x="22295" y="22291"/>
                </a:lnTo>
                <a:lnTo>
                  <a:pt x="5981" y="46477"/>
                </a:lnTo>
                <a:lnTo>
                  <a:pt x="0" y="76087"/>
                </a:lnTo>
                <a:lnTo>
                  <a:pt x="5981" y="105697"/>
                </a:lnTo>
                <a:lnTo>
                  <a:pt x="22295" y="129883"/>
                </a:lnTo>
                <a:lnTo>
                  <a:pt x="46497" y="146193"/>
                </a:lnTo>
                <a:lnTo>
                  <a:pt x="76141" y="152175"/>
                </a:lnTo>
                <a:lnTo>
                  <a:pt x="105751" y="146193"/>
                </a:lnTo>
                <a:lnTo>
                  <a:pt x="129937" y="129883"/>
                </a:lnTo>
                <a:lnTo>
                  <a:pt x="146247" y="105697"/>
                </a:lnTo>
                <a:lnTo>
                  <a:pt x="152228" y="76087"/>
                </a:lnTo>
                <a:lnTo>
                  <a:pt x="146247" y="46477"/>
                </a:lnTo>
                <a:lnTo>
                  <a:pt x="129937" y="22291"/>
                </a:lnTo>
                <a:lnTo>
                  <a:pt x="105751" y="5981"/>
                </a:lnTo>
                <a:lnTo>
                  <a:pt x="76141" y="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7343859" y="937541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8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697"/>
                </a:lnTo>
                <a:lnTo>
                  <a:pt x="22298" y="129883"/>
                </a:lnTo>
                <a:lnTo>
                  <a:pt x="46502" y="146193"/>
                </a:lnTo>
                <a:lnTo>
                  <a:pt x="76147" y="152175"/>
                </a:lnTo>
                <a:lnTo>
                  <a:pt x="105757" y="146193"/>
                </a:lnTo>
                <a:lnTo>
                  <a:pt x="129943" y="129883"/>
                </a:lnTo>
                <a:lnTo>
                  <a:pt x="146253" y="105697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7615617" y="937541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9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697"/>
                </a:lnTo>
                <a:lnTo>
                  <a:pt x="22298" y="129883"/>
                </a:lnTo>
                <a:lnTo>
                  <a:pt x="46502" y="146193"/>
                </a:lnTo>
                <a:lnTo>
                  <a:pt x="76147" y="152175"/>
                </a:lnTo>
                <a:lnTo>
                  <a:pt x="105757" y="146193"/>
                </a:lnTo>
                <a:lnTo>
                  <a:pt x="129943" y="129883"/>
                </a:lnTo>
                <a:lnTo>
                  <a:pt x="146253" y="105697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7887376" y="937541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8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697"/>
                </a:lnTo>
                <a:lnTo>
                  <a:pt x="22298" y="129883"/>
                </a:lnTo>
                <a:lnTo>
                  <a:pt x="46502" y="146193"/>
                </a:lnTo>
                <a:lnTo>
                  <a:pt x="76147" y="152175"/>
                </a:lnTo>
                <a:lnTo>
                  <a:pt x="105757" y="146193"/>
                </a:lnTo>
                <a:lnTo>
                  <a:pt x="129943" y="129883"/>
                </a:lnTo>
                <a:lnTo>
                  <a:pt x="146253" y="105697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object 3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528583" y="9103658"/>
            <a:ext cx="152211" cy="152175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800348" y="9103658"/>
            <a:ext cx="152211" cy="152175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072106" y="9103658"/>
            <a:ext cx="152228" cy="152175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>
            <a:off x="17343859" y="910365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73"/>
                </a:lnTo>
                <a:lnTo>
                  <a:pt x="22298" y="22269"/>
                </a:lnTo>
                <a:lnTo>
                  <a:pt x="5982" y="46452"/>
                </a:lnTo>
                <a:lnTo>
                  <a:pt x="0" y="76087"/>
                </a:lnTo>
                <a:lnTo>
                  <a:pt x="5982" y="105697"/>
                </a:lnTo>
                <a:lnTo>
                  <a:pt x="22298" y="129883"/>
                </a:lnTo>
                <a:lnTo>
                  <a:pt x="46502" y="146193"/>
                </a:lnTo>
                <a:lnTo>
                  <a:pt x="76147" y="152175"/>
                </a:lnTo>
                <a:lnTo>
                  <a:pt x="105757" y="146193"/>
                </a:lnTo>
                <a:lnTo>
                  <a:pt x="129943" y="129883"/>
                </a:lnTo>
                <a:lnTo>
                  <a:pt x="146253" y="105697"/>
                </a:lnTo>
                <a:lnTo>
                  <a:pt x="152234" y="76087"/>
                </a:lnTo>
                <a:lnTo>
                  <a:pt x="146253" y="46452"/>
                </a:lnTo>
                <a:lnTo>
                  <a:pt x="129943" y="22269"/>
                </a:lnTo>
                <a:lnTo>
                  <a:pt x="105757" y="5973"/>
                </a:lnTo>
                <a:lnTo>
                  <a:pt x="76147" y="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7615617" y="910365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73"/>
                </a:lnTo>
                <a:lnTo>
                  <a:pt x="22299" y="22269"/>
                </a:lnTo>
                <a:lnTo>
                  <a:pt x="5982" y="46452"/>
                </a:lnTo>
                <a:lnTo>
                  <a:pt x="0" y="76087"/>
                </a:lnTo>
                <a:lnTo>
                  <a:pt x="5982" y="105697"/>
                </a:lnTo>
                <a:lnTo>
                  <a:pt x="22298" y="129883"/>
                </a:lnTo>
                <a:lnTo>
                  <a:pt x="46502" y="146193"/>
                </a:lnTo>
                <a:lnTo>
                  <a:pt x="76147" y="152175"/>
                </a:lnTo>
                <a:lnTo>
                  <a:pt x="105757" y="146193"/>
                </a:lnTo>
                <a:lnTo>
                  <a:pt x="129943" y="129883"/>
                </a:lnTo>
                <a:lnTo>
                  <a:pt x="146253" y="105697"/>
                </a:lnTo>
                <a:lnTo>
                  <a:pt x="152234" y="76087"/>
                </a:lnTo>
                <a:lnTo>
                  <a:pt x="146253" y="46452"/>
                </a:lnTo>
                <a:lnTo>
                  <a:pt x="129943" y="22269"/>
                </a:lnTo>
                <a:lnTo>
                  <a:pt x="105757" y="5973"/>
                </a:lnTo>
                <a:lnTo>
                  <a:pt x="76147" y="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7887376" y="910365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73"/>
                </a:lnTo>
                <a:lnTo>
                  <a:pt x="22298" y="22269"/>
                </a:lnTo>
                <a:lnTo>
                  <a:pt x="5982" y="46452"/>
                </a:lnTo>
                <a:lnTo>
                  <a:pt x="0" y="76087"/>
                </a:lnTo>
                <a:lnTo>
                  <a:pt x="5982" y="105697"/>
                </a:lnTo>
                <a:lnTo>
                  <a:pt x="22298" y="129883"/>
                </a:lnTo>
                <a:lnTo>
                  <a:pt x="46502" y="146193"/>
                </a:lnTo>
                <a:lnTo>
                  <a:pt x="76147" y="152175"/>
                </a:lnTo>
                <a:lnTo>
                  <a:pt x="105757" y="146193"/>
                </a:lnTo>
                <a:lnTo>
                  <a:pt x="129943" y="129883"/>
                </a:lnTo>
                <a:lnTo>
                  <a:pt x="146253" y="105697"/>
                </a:lnTo>
                <a:lnTo>
                  <a:pt x="152234" y="76087"/>
                </a:lnTo>
                <a:lnTo>
                  <a:pt x="146253" y="46452"/>
                </a:lnTo>
                <a:lnTo>
                  <a:pt x="129943" y="22269"/>
                </a:lnTo>
                <a:lnTo>
                  <a:pt x="105757" y="5973"/>
                </a:lnTo>
                <a:lnTo>
                  <a:pt x="76147" y="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9" name="object 3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528583" y="8831899"/>
            <a:ext cx="152211" cy="152175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800348" y="8831899"/>
            <a:ext cx="152211" cy="152175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072106" y="8831899"/>
            <a:ext cx="152228" cy="152175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7343859" y="8831899"/>
            <a:ext cx="152234" cy="152175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7615617" y="8831899"/>
            <a:ext cx="152234" cy="152175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7887376" y="8831899"/>
            <a:ext cx="152234" cy="152175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528581" y="8564248"/>
            <a:ext cx="152210" cy="148067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800346" y="8564248"/>
            <a:ext cx="152211" cy="148067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072105" y="8564248"/>
            <a:ext cx="152228" cy="148067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343857" y="8564248"/>
            <a:ext cx="152234" cy="148067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615616" y="8564248"/>
            <a:ext cx="152234" cy="148067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887374" y="8564248"/>
            <a:ext cx="152234" cy="148067"/>
          </a:xfrm>
          <a:prstGeom prst="rect">
            <a:avLst/>
          </a:prstGeom>
        </p:spPr>
      </p:pic>
      <p:sp>
        <p:nvSpPr>
          <p:cNvPr id="51" name="object 51"/>
          <p:cNvSpPr/>
          <p:nvPr/>
        </p:nvSpPr>
        <p:spPr>
          <a:xfrm>
            <a:off x="17343859" y="991893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8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706"/>
                </a:lnTo>
                <a:lnTo>
                  <a:pt x="22298" y="129913"/>
                </a:lnTo>
                <a:lnTo>
                  <a:pt x="46502" y="146243"/>
                </a:lnTo>
                <a:lnTo>
                  <a:pt x="76147" y="152234"/>
                </a:lnTo>
                <a:lnTo>
                  <a:pt x="105757" y="146243"/>
                </a:lnTo>
                <a:lnTo>
                  <a:pt x="129943" y="129913"/>
                </a:lnTo>
                <a:lnTo>
                  <a:pt x="146253" y="105706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7343859" y="937541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8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697"/>
                </a:lnTo>
                <a:lnTo>
                  <a:pt x="22298" y="129883"/>
                </a:lnTo>
                <a:lnTo>
                  <a:pt x="46502" y="146193"/>
                </a:lnTo>
                <a:lnTo>
                  <a:pt x="76147" y="152175"/>
                </a:lnTo>
                <a:lnTo>
                  <a:pt x="105757" y="146193"/>
                </a:lnTo>
                <a:lnTo>
                  <a:pt x="129943" y="129883"/>
                </a:lnTo>
                <a:lnTo>
                  <a:pt x="146253" y="105697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7887376" y="991893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8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706"/>
                </a:lnTo>
                <a:lnTo>
                  <a:pt x="22298" y="129913"/>
                </a:lnTo>
                <a:lnTo>
                  <a:pt x="46502" y="146243"/>
                </a:lnTo>
                <a:lnTo>
                  <a:pt x="76147" y="152234"/>
                </a:lnTo>
                <a:lnTo>
                  <a:pt x="105757" y="146243"/>
                </a:lnTo>
                <a:lnTo>
                  <a:pt x="129943" y="129913"/>
                </a:lnTo>
                <a:lnTo>
                  <a:pt x="146253" y="105706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7887376" y="964717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8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697"/>
                </a:lnTo>
                <a:lnTo>
                  <a:pt x="22298" y="129883"/>
                </a:lnTo>
                <a:lnTo>
                  <a:pt x="46502" y="146193"/>
                </a:lnTo>
                <a:lnTo>
                  <a:pt x="76147" y="152175"/>
                </a:lnTo>
                <a:lnTo>
                  <a:pt x="105757" y="146193"/>
                </a:lnTo>
                <a:lnTo>
                  <a:pt x="129943" y="129883"/>
                </a:lnTo>
                <a:lnTo>
                  <a:pt x="146253" y="105697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7887376" y="937541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8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697"/>
                </a:lnTo>
                <a:lnTo>
                  <a:pt x="22298" y="129883"/>
                </a:lnTo>
                <a:lnTo>
                  <a:pt x="46502" y="146193"/>
                </a:lnTo>
                <a:lnTo>
                  <a:pt x="76147" y="152175"/>
                </a:lnTo>
                <a:lnTo>
                  <a:pt x="105757" y="146193"/>
                </a:lnTo>
                <a:lnTo>
                  <a:pt x="129943" y="129883"/>
                </a:lnTo>
                <a:lnTo>
                  <a:pt x="146253" y="105697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7887376" y="910365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73"/>
                </a:lnTo>
                <a:lnTo>
                  <a:pt x="22298" y="22269"/>
                </a:lnTo>
                <a:lnTo>
                  <a:pt x="5982" y="46452"/>
                </a:lnTo>
                <a:lnTo>
                  <a:pt x="0" y="76087"/>
                </a:lnTo>
                <a:lnTo>
                  <a:pt x="5982" y="105697"/>
                </a:lnTo>
                <a:lnTo>
                  <a:pt x="22298" y="129883"/>
                </a:lnTo>
                <a:lnTo>
                  <a:pt x="46502" y="146193"/>
                </a:lnTo>
                <a:lnTo>
                  <a:pt x="76147" y="152175"/>
                </a:lnTo>
                <a:lnTo>
                  <a:pt x="105757" y="146193"/>
                </a:lnTo>
                <a:lnTo>
                  <a:pt x="129943" y="129883"/>
                </a:lnTo>
                <a:lnTo>
                  <a:pt x="146253" y="105697"/>
                </a:lnTo>
                <a:lnTo>
                  <a:pt x="152234" y="76087"/>
                </a:lnTo>
                <a:lnTo>
                  <a:pt x="146253" y="46452"/>
                </a:lnTo>
                <a:lnTo>
                  <a:pt x="129943" y="22269"/>
                </a:lnTo>
                <a:lnTo>
                  <a:pt x="105757" y="5973"/>
                </a:lnTo>
                <a:lnTo>
                  <a:pt x="76147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7346659" y="9122367"/>
            <a:ext cx="149860" cy="133985"/>
          </a:xfrm>
          <a:custGeom>
            <a:avLst/>
            <a:gdLst/>
            <a:ahLst/>
            <a:cxnLst/>
            <a:rect l="l" t="t" r="r" b="b"/>
            <a:pathLst>
              <a:path w="149859" h="133984">
                <a:moveTo>
                  <a:pt x="123337" y="0"/>
                </a:moveTo>
                <a:lnTo>
                  <a:pt x="91145" y="17454"/>
                </a:lnTo>
                <a:lnTo>
                  <a:pt x="59836" y="36271"/>
                </a:lnTo>
                <a:lnTo>
                  <a:pt x="29443" y="56406"/>
                </a:lnTo>
                <a:lnTo>
                  <a:pt x="0" y="77815"/>
                </a:lnTo>
                <a:lnTo>
                  <a:pt x="10312" y="100059"/>
                </a:lnTo>
                <a:lnTo>
                  <a:pt x="26909" y="117684"/>
                </a:lnTo>
                <a:lnTo>
                  <a:pt x="48388" y="129286"/>
                </a:lnTo>
                <a:lnTo>
                  <a:pt x="73346" y="133466"/>
                </a:lnTo>
                <a:lnTo>
                  <a:pt x="102956" y="127484"/>
                </a:lnTo>
                <a:lnTo>
                  <a:pt x="127142" y="111174"/>
                </a:lnTo>
                <a:lnTo>
                  <a:pt x="143452" y="86988"/>
                </a:lnTo>
                <a:lnTo>
                  <a:pt x="149434" y="57378"/>
                </a:lnTo>
                <a:lnTo>
                  <a:pt x="147602" y="40729"/>
                </a:lnTo>
                <a:lnTo>
                  <a:pt x="142373" y="25360"/>
                </a:lnTo>
                <a:lnTo>
                  <a:pt x="134151" y="11655"/>
                </a:lnTo>
                <a:lnTo>
                  <a:pt x="123337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7343859" y="964717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8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697"/>
                </a:lnTo>
                <a:lnTo>
                  <a:pt x="22298" y="129883"/>
                </a:lnTo>
                <a:lnTo>
                  <a:pt x="46502" y="146193"/>
                </a:lnTo>
                <a:lnTo>
                  <a:pt x="76147" y="152175"/>
                </a:lnTo>
                <a:lnTo>
                  <a:pt x="105757" y="146193"/>
                </a:lnTo>
                <a:lnTo>
                  <a:pt x="129943" y="129883"/>
                </a:lnTo>
                <a:lnTo>
                  <a:pt x="146253" y="105697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7097500" y="9379467"/>
            <a:ext cx="127000" cy="148590"/>
          </a:xfrm>
          <a:custGeom>
            <a:avLst/>
            <a:gdLst/>
            <a:ahLst/>
            <a:cxnLst/>
            <a:rect l="l" t="t" r="r" b="b"/>
            <a:pathLst>
              <a:path w="127000" h="148590">
                <a:moveTo>
                  <a:pt x="75295" y="0"/>
                </a:moveTo>
                <a:lnTo>
                  <a:pt x="54355" y="30793"/>
                </a:lnTo>
                <a:lnTo>
                  <a:pt x="34809" y="62547"/>
                </a:lnTo>
                <a:lnTo>
                  <a:pt x="16683" y="95217"/>
                </a:lnTo>
                <a:lnTo>
                  <a:pt x="0" y="128759"/>
                </a:lnTo>
                <a:lnTo>
                  <a:pt x="10859" y="136862"/>
                </a:lnTo>
                <a:lnTo>
                  <a:pt x="23092" y="142954"/>
                </a:lnTo>
                <a:lnTo>
                  <a:pt x="36465" y="146790"/>
                </a:lnTo>
                <a:lnTo>
                  <a:pt x="50746" y="148123"/>
                </a:lnTo>
                <a:lnTo>
                  <a:pt x="80356" y="142142"/>
                </a:lnTo>
                <a:lnTo>
                  <a:pt x="104543" y="125832"/>
                </a:lnTo>
                <a:lnTo>
                  <a:pt x="120852" y="101646"/>
                </a:lnTo>
                <a:lnTo>
                  <a:pt x="126834" y="72035"/>
                </a:lnTo>
                <a:lnTo>
                  <a:pt x="122996" y="48111"/>
                </a:lnTo>
                <a:lnTo>
                  <a:pt x="112303" y="27303"/>
                </a:lnTo>
                <a:lnTo>
                  <a:pt x="95991" y="10853"/>
                </a:lnTo>
                <a:lnTo>
                  <a:pt x="75295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7072106" y="964717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1" y="0"/>
                </a:moveTo>
                <a:lnTo>
                  <a:pt x="46497" y="5981"/>
                </a:lnTo>
                <a:lnTo>
                  <a:pt x="22295" y="22291"/>
                </a:lnTo>
                <a:lnTo>
                  <a:pt x="5981" y="46477"/>
                </a:lnTo>
                <a:lnTo>
                  <a:pt x="0" y="76087"/>
                </a:lnTo>
                <a:lnTo>
                  <a:pt x="5981" y="105697"/>
                </a:lnTo>
                <a:lnTo>
                  <a:pt x="22295" y="129883"/>
                </a:lnTo>
                <a:lnTo>
                  <a:pt x="46497" y="146193"/>
                </a:lnTo>
                <a:lnTo>
                  <a:pt x="76141" y="152175"/>
                </a:lnTo>
                <a:lnTo>
                  <a:pt x="105751" y="146193"/>
                </a:lnTo>
                <a:lnTo>
                  <a:pt x="129937" y="129883"/>
                </a:lnTo>
                <a:lnTo>
                  <a:pt x="146247" y="105697"/>
                </a:lnTo>
                <a:lnTo>
                  <a:pt x="152228" y="76087"/>
                </a:lnTo>
                <a:lnTo>
                  <a:pt x="146247" y="46477"/>
                </a:lnTo>
                <a:lnTo>
                  <a:pt x="129937" y="22291"/>
                </a:lnTo>
                <a:lnTo>
                  <a:pt x="105751" y="5981"/>
                </a:lnTo>
                <a:lnTo>
                  <a:pt x="76141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7072106" y="991893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1" y="0"/>
                </a:moveTo>
                <a:lnTo>
                  <a:pt x="46497" y="5981"/>
                </a:lnTo>
                <a:lnTo>
                  <a:pt x="22295" y="22291"/>
                </a:lnTo>
                <a:lnTo>
                  <a:pt x="5981" y="46477"/>
                </a:lnTo>
                <a:lnTo>
                  <a:pt x="0" y="76087"/>
                </a:lnTo>
                <a:lnTo>
                  <a:pt x="5981" y="105706"/>
                </a:lnTo>
                <a:lnTo>
                  <a:pt x="22295" y="129913"/>
                </a:lnTo>
                <a:lnTo>
                  <a:pt x="46497" y="146243"/>
                </a:lnTo>
                <a:lnTo>
                  <a:pt x="76141" y="152234"/>
                </a:lnTo>
                <a:lnTo>
                  <a:pt x="105751" y="146243"/>
                </a:lnTo>
                <a:lnTo>
                  <a:pt x="129937" y="129913"/>
                </a:lnTo>
                <a:lnTo>
                  <a:pt x="146247" y="105706"/>
                </a:lnTo>
                <a:lnTo>
                  <a:pt x="152228" y="76087"/>
                </a:lnTo>
                <a:lnTo>
                  <a:pt x="146247" y="46477"/>
                </a:lnTo>
                <a:lnTo>
                  <a:pt x="129937" y="22291"/>
                </a:lnTo>
                <a:lnTo>
                  <a:pt x="105751" y="5981"/>
                </a:lnTo>
                <a:lnTo>
                  <a:pt x="76141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7615617" y="937541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8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697"/>
                </a:lnTo>
                <a:lnTo>
                  <a:pt x="22299" y="129883"/>
                </a:lnTo>
                <a:lnTo>
                  <a:pt x="46502" y="146193"/>
                </a:lnTo>
                <a:lnTo>
                  <a:pt x="76147" y="152175"/>
                </a:lnTo>
                <a:lnTo>
                  <a:pt x="105757" y="146193"/>
                </a:lnTo>
                <a:lnTo>
                  <a:pt x="129943" y="129883"/>
                </a:lnTo>
                <a:lnTo>
                  <a:pt x="146253" y="105697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7615617" y="964717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8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697"/>
                </a:lnTo>
                <a:lnTo>
                  <a:pt x="22299" y="129883"/>
                </a:lnTo>
                <a:lnTo>
                  <a:pt x="46502" y="146193"/>
                </a:lnTo>
                <a:lnTo>
                  <a:pt x="76147" y="152175"/>
                </a:lnTo>
                <a:lnTo>
                  <a:pt x="105757" y="146193"/>
                </a:lnTo>
                <a:lnTo>
                  <a:pt x="129943" y="129883"/>
                </a:lnTo>
                <a:lnTo>
                  <a:pt x="146253" y="105697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7615617" y="991893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8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706"/>
                </a:lnTo>
                <a:lnTo>
                  <a:pt x="22299" y="129913"/>
                </a:lnTo>
                <a:lnTo>
                  <a:pt x="46502" y="146243"/>
                </a:lnTo>
                <a:lnTo>
                  <a:pt x="76147" y="152234"/>
                </a:lnTo>
                <a:lnTo>
                  <a:pt x="105757" y="146243"/>
                </a:lnTo>
                <a:lnTo>
                  <a:pt x="129943" y="129913"/>
                </a:lnTo>
                <a:lnTo>
                  <a:pt x="146253" y="105706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7615617" y="910365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73"/>
                </a:lnTo>
                <a:lnTo>
                  <a:pt x="22298" y="22269"/>
                </a:lnTo>
                <a:lnTo>
                  <a:pt x="5982" y="46452"/>
                </a:lnTo>
                <a:lnTo>
                  <a:pt x="0" y="76087"/>
                </a:lnTo>
                <a:lnTo>
                  <a:pt x="5982" y="105697"/>
                </a:lnTo>
                <a:lnTo>
                  <a:pt x="22299" y="129883"/>
                </a:lnTo>
                <a:lnTo>
                  <a:pt x="46502" y="146193"/>
                </a:lnTo>
                <a:lnTo>
                  <a:pt x="76147" y="152175"/>
                </a:lnTo>
                <a:lnTo>
                  <a:pt x="105757" y="146193"/>
                </a:lnTo>
                <a:lnTo>
                  <a:pt x="129943" y="129883"/>
                </a:lnTo>
                <a:lnTo>
                  <a:pt x="146253" y="105697"/>
                </a:lnTo>
                <a:lnTo>
                  <a:pt x="152234" y="76087"/>
                </a:lnTo>
                <a:lnTo>
                  <a:pt x="146253" y="46452"/>
                </a:lnTo>
                <a:lnTo>
                  <a:pt x="129943" y="22269"/>
                </a:lnTo>
                <a:lnTo>
                  <a:pt x="105757" y="5973"/>
                </a:lnTo>
                <a:lnTo>
                  <a:pt x="76147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608" rIns="0" bIns="0" rtlCol="0">
            <a:spAutoFit/>
          </a:bodyPr>
          <a:lstStyle/>
          <a:p>
            <a:pPr marL="1933575">
              <a:lnSpc>
                <a:spcPct val="100000"/>
              </a:lnSpc>
              <a:spcBef>
                <a:spcPts val="100"/>
              </a:spcBef>
            </a:pPr>
            <a:r>
              <a:rPr spc="200" dirty="0"/>
              <a:t>Agenda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2715687" y="4000198"/>
            <a:ext cx="3460750" cy="433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75"/>
              </a:spcBef>
            </a:pPr>
            <a:endParaRPr sz="2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100" b="1" spc="55" dirty="0">
                <a:solidFill>
                  <a:srgbClr val="1B1B1B"/>
                </a:solidFill>
                <a:latin typeface="Tahoma"/>
                <a:cs typeface="Tahoma"/>
              </a:rPr>
              <a:t>Challenges</a:t>
            </a:r>
            <a:r>
              <a:rPr sz="2100" b="1" spc="2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dirty="0">
                <a:solidFill>
                  <a:srgbClr val="1B1B1B"/>
                </a:solidFill>
                <a:latin typeface="Tahoma"/>
                <a:cs typeface="Tahoma"/>
              </a:rPr>
              <a:t>of</a:t>
            </a:r>
            <a:r>
              <a:rPr sz="2100" b="1" spc="3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-25" dirty="0">
                <a:solidFill>
                  <a:srgbClr val="1B1B1B"/>
                </a:solidFill>
                <a:latin typeface="Tahoma"/>
                <a:cs typeface="Tahoma"/>
              </a:rPr>
              <a:t>AI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55"/>
              </a:spcBef>
            </a:pPr>
            <a:endParaRPr sz="2100">
              <a:latin typeface="Tahoma"/>
              <a:cs typeface="Tahoma"/>
            </a:endParaRPr>
          </a:p>
          <a:p>
            <a:pPr marL="448309" marR="440690" algn="ctr">
              <a:lnSpc>
                <a:spcPct val="113999"/>
              </a:lnSpc>
              <a:spcBef>
                <a:spcPts val="5"/>
              </a:spcBef>
            </a:pPr>
            <a:r>
              <a:rPr sz="1700" spc="-100" dirty="0">
                <a:solidFill>
                  <a:srgbClr val="1B1B1B"/>
                </a:solidFill>
                <a:latin typeface="Lucida Sans Unicode"/>
                <a:cs typeface="Lucida Sans Unicode"/>
              </a:rPr>
              <a:t>High</a:t>
            </a:r>
            <a:r>
              <a:rPr sz="17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energy</a:t>
            </a:r>
            <a:r>
              <a:rPr sz="17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use,</a:t>
            </a:r>
            <a:r>
              <a:rPr sz="17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e-</a:t>
            </a:r>
            <a:r>
              <a:rPr sz="17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waste, </a:t>
            </a:r>
            <a:r>
              <a:rPr sz="17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carbon</a:t>
            </a:r>
            <a:r>
              <a:rPr sz="17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emissions,</a:t>
            </a:r>
            <a:r>
              <a:rPr sz="17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ethical </a:t>
            </a:r>
            <a:r>
              <a:rPr sz="17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concerns,</a:t>
            </a:r>
            <a:r>
              <a:rPr sz="1700" spc="-9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700" spc="-9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1B1B1B"/>
                </a:solidFill>
                <a:latin typeface="Lucida Sans Unicode"/>
                <a:cs typeface="Lucida Sans Unicode"/>
              </a:rPr>
              <a:t>the</a:t>
            </a:r>
            <a:r>
              <a:rPr sz="1700" spc="-9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need </a:t>
            </a:r>
            <a:r>
              <a:rPr sz="17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for </a:t>
            </a:r>
            <a:r>
              <a:rPr sz="17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Green</a:t>
            </a:r>
            <a:r>
              <a:rPr sz="17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AI </a:t>
            </a:r>
            <a:r>
              <a:rPr sz="17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practices.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270533" y="4000198"/>
            <a:ext cx="3460750" cy="433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75"/>
              </a:spcBef>
            </a:pPr>
            <a:endParaRPr sz="2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100" b="1" dirty="0">
                <a:solidFill>
                  <a:srgbClr val="1B1B1B"/>
                </a:solidFill>
                <a:latin typeface="Tahoma"/>
                <a:cs typeface="Tahoma"/>
              </a:rPr>
              <a:t>Activities</a:t>
            </a:r>
            <a:r>
              <a:rPr sz="2100" b="1" spc="40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60" dirty="0">
                <a:solidFill>
                  <a:srgbClr val="1B1B1B"/>
                </a:solidFill>
                <a:latin typeface="Tahoma"/>
                <a:cs typeface="Tahoma"/>
              </a:rPr>
              <a:t>Completed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55"/>
              </a:spcBef>
            </a:pPr>
            <a:endParaRPr sz="2100">
              <a:latin typeface="Tahoma"/>
              <a:cs typeface="Tahoma"/>
            </a:endParaRPr>
          </a:p>
          <a:p>
            <a:pPr marL="391160" marR="383540" indent="-635" algn="ctr">
              <a:lnSpc>
                <a:spcPct val="113999"/>
              </a:lnSpc>
              <a:spcBef>
                <a:spcPts val="5"/>
              </a:spcBef>
            </a:pPr>
            <a:r>
              <a:rPr sz="17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Data</a:t>
            </a:r>
            <a:r>
              <a:rPr sz="1700" spc="-10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Centre</a:t>
            </a:r>
            <a:r>
              <a:rPr sz="1700" spc="-114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Documentary, Ecological</a:t>
            </a:r>
            <a:r>
              <a:rPr sz="17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Footprint, </a:t>
            </a:r>
            <a:r>
              <a:rPr sz="17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Carbon</a:t>
            </a:r>
            <a:r>
              <a:rPr sz="17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Calculator,</a:t>
            </a:r>
            <a:r>
              <a:rPr sz="17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MIT </a:t>
            </a:r>
            <a:r>
              <a:rPr sz="17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Simulation,</a:t>
            </a:r>
            <a:r>
              <a:rPr sz="17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NANDO </a:t>
            </a:r>
            <a:r>
              <a:rPr sz="17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AI</a:t>
            </a:r>
            <a:r>
              <a:rPr sz="17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Bins, </a:t>
            </a:r>
            <a:r>
              <a:rPr sz="1700" spc="125" dirty="0">
                <a:solidFill>
                  <a:srgbClr val="1B1B1B"/>
                </a:solidFill>
                <a:latin typeface="Lucida Sans Unicode"/>
                <a:cs typeface="Lucida Sans Unicode"/>
              </a:rPr>
              <a:t>SCGJ</a:t>
            </a:r>
            <a:r>
              <a:rPr sz="17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Portal.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1827090" y="4000198"/>
            <a:ext cx="3460750" cy="433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2100">
              <a:latin typeface="Times New Roman"/>
              <a:cs typeface="Times New Roman"/>
            </a:endParaRPr>
          </a:p>
          <a:p>
            <a:pPr marL="393700" marR="386080" algn="ctr">
              <a:lnSpc>
                <a:spcPct val="116100"/>
              </a:lnSpc>
            </a:pPr>
            <a:r>
              <a:rPr sz="2100" b="1" spc="60" dirty="0">
                <a:solidFill>
                  <a:srgbClr val="1B1B1B"/>
                </a:solidFill>
                <a:latin typeface="Tahoma"/>
                <a:cs typeface="Tahoma"/>
              </a:rPr>
              <a:t>Capstone</a:t>
            </a:r>
            <a:r>
              <a:rPr sz="2100" b="1" spc="11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dirty="0">
                <a:solidFill>
                  <a:srgbClr val="1B1B1B"/>
                </a:solidFill>
                <a:latin typeface="Tahoma"/>
                <a:cs typeface="Tahoma"/>
              </a:rPr>
              <a:t>Project</a:t>
            </a:r>
            <a:r>
              <a:rPr sz="2100" b="1" spc="114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-50" dirty="0">
                <a:solidFill>
                  <a:srgbClr val="1B1B1B"/>
                </a:solidFill>
                <a:latin typeface="Tahoma"/>
                <a:cs typeface="Tahoma"/>
              </a:rPr>
              <a:t>&amp; </a:t>
            </a:r>
            <a:r>
              <a:rPr sz="2100" b="1" spc="-10" dirty="0">
                <a:solidFill>
                  <a:srgbClr val="1B1B1B"/>
                </a:solidFill>
                <a:latin typeface="Tahoma"/>
                <a:cs typeface="Tahoma"/>
              </a:rPr>
              <a:t>References</a:t>
            </a:r>
            <a:endParaRPr sz="2100">
              <a:latin typeface="Tahoma"/>
              <a:cs typeface="Tahoma"/>
            </a:endParaRPr>
          </a:p>
          <a:p>
            <a:pPr marL="494030" marR="487045" algn="ctr">
              <a:lnSpc>
                <a:spcPct val="113999"/>
              </a:lnSpc>
              <a:spcBef>
                <a:spcPts val="1165"/>
              </a:spcBef>
            </a:pPr>
            <a:r>
              <a:rPr sz="17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EcoVision</a:t>
            </a:r>
            <a:r>
              <a:rPr sz="17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AI</a:t>
            </a:r>
            <a:r>
              <a:rPr sz="17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245" dirty="0">
                <a:solidFill>
                  <a:srgbClr val="1B1B1B"/>
                </a:solidFill>
                <a:latin typeface="Lucida Sans Unicode"/>
                <a:cs typeface="Lucida Sans Unicode"/>
              </a:rPr>
              <a:t>–</a:t>
            </a:r>
            <a:r>
              <a:rPr sz="17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Intelligent </a:t>
            </a:r>
            <a:r>
              <a:rPr sz="1700" dirty="0">
                <a:solidFill>
                  <a:srgbClr val="1B1B1B"/>
                </a:solidFill>
                <a:latin typeface="Lucida Sans Unicode"/>
                <a:cs typeface="Lucida Sans Unicode"/>
              </a:rPr>
              <a:t>Waste</a:t>
            </a:r>
            <a:r>
              <a:rPr sz="17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Monitoring </a:t>
            </a:r>
            <a:r>
              <a:rPr sz="17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Platform,</a:t>
            </a:r>
            <a:r>
              <a:rPr sz="17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plus</a:t>
            </a:r>
            <a:r>
              <a:rPr sz="17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cited </a:t>
            </a:r>
            <a:r>
              <a:rPr sz="17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resources</a:t>
            </a:r>
            <a:r>
              <a:rPr sz="17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7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and </a:t>
            </a:r>
            <a:r>
              <a:rPr sz="17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acknowledgements.</a:t>
            </a:r>
            <a:endParaRPr sz="1700">
              <a:latin typeface="Lucida Sans Unicode"/>
              <a:cs typeface="Lucida Sans Unicode"/>
            </a:endParaRPr>
          </a:p>
        </p:txBody>
      </p:sp>
      <p:pic>
        <p:nvPicPr>
          <p:cNvPr id="70" name="object 7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0" y="-55"/>
            <a:ext cx="1603541" cy="15559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31072" y="2556718"/>
            <a:ext cx="5057775" cy="7038975"/>
            <a:chOff x="6731072" y="2556718"/>
            <a:chExt cx="5057775" cy="7038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31072" y="2556718"/>
              <a:ext cx="5057774" cy="70389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33496" y="5132901"/>
              <a:ext cx="1076324" cy="8286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49124" y="7836421"/>
              <a:ext cx="847724" cy="8477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78142" y="3472514"/>
              <a:ext cx="1285874" cy="12572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75713" y="6363325"/>
              <a:ext cx="876299" cy="923924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-55"/>
            <a:ext cx="1603541" cy="155594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7295226" y="9247023"/>
            <a:ext cx="993140" cy="1040130"/>
          </a:xfrm>
          <a:custGeom>
            <a:avLst/>
            <a:gdLst/>
            <a:ahLst/>
            <a:cxnLst/>
            <a:rect l="l" t="t" r="r" b="b"/>
            <a:pathLst>
              <a:path w="993140" h="1040129">
                <a:moveTo>
                  <a:pt x="992772" y="1039976"/>
                </a:moveTo>
                <a:lnTo>
                  <a:pt x="0" y="1039976"/>
                </a:lnTo>
                <a:lnTo>
                  <a:pt x="1008" y="1036986"/>
                </a:lnTo>
                <a:lnTo>
                  <a:pt x="15185" y="997364"/>
                </a:lnTo>
                <a:lnTo>
                  <a:pt x="30328" y="958107"/>
                </a:lnTo>
                <a:lnTo>
                  <a:pt x="46432" y="919228"/>
                </a:lnTo>
                <a:lnTo>
                  <a:pt x="63483" y="880762"/>
                </a:lnTo>
                <a:lnTo>
                  <a:pt x="81475" y="842720"/>
                </a:lnTo>
                <a:lnTo>
                  <a:pt x="100393" y="805137"/>
                </a:lnTo>
                <a:lnTo>
                  <a:pt x="120231" y="768024"/>
                </a:lnTo>
                <a:lnTo>
                  <a:pt x="140970" y="731414"/>
                </a:lnTo>
                <a:lnTo>
                  <a:pt x="162604" y="695318"/>
                </a:lnTo>
                <a:lnTo>
                  <a:pt x="185115" y="659771"/>
                </a:lnTo>
                <a:lnTo>
                  <a:pt x="208495" y="624781"/>
                </a:lnTo>
                <a:lnTo>
                  <a:pt x="232722" y="590380"/>
                </a:lnTo>
                <a:lnTo>
                  <a:pt x="257791" y="556579"/>
                </a:lnTo>
                <a:lnTo>
                  <a:pt x="283677" y="523409"/>
                </a:lnTo>
                <a:lnTo>
                  <a:pt x="310374" y="490879"/>
                </a:lnTo>
                <a:lnTo>
                  <a:pt x="337857" y="459018"/>
                </a:lnTo>
                <a:lnTo>
                  <a:pt x="366117" y="427838"/>
                </a:lnTo>
                <a:lnTo>
                  <a:pt x="395130" y="397364"/>
                </a:lnTo>
                <a:lnTo>
                  <a:pt x="424887" y="367608"/>
                </a:lnTo>
                <a:lnTo>
                  <a:pt x="455360" y="338594"/>
                </a:lnTo>
                <a:lnTo>
                  <a:pt x="486541" y="310334"/>
                </a:lnTo>
                <a:lnTo>
                  <a:pt x="518402" y="282851"/>
                </a:lnTo>
                <a:lnTo>
                  <a:pt x="550932" y="256154"/>
                </a:lnTo>
                <a:lnTo>
                  <a:pt x="584102" y="230268"/>
                </a:lnTo>
                <a:lnTo>
                  <a:pt x="617903" y="205199"/>
                </a:lnTo>
                <a:lnTo>
                  <a:pt x="652303" y="180972"/>
                </a:lnTo>
                <a:lnTo>
                  <a:pt x="687293" y="157592"/>
                </a:lnTo>
                <a:lnTo>
                  <a:pt x="722841" y="135082"/>
                </a:lnTo>
                <a:lnTo>
                  <a:pt x="758937" y="113447"/>
                </a:lnTo>
                <a:lnTo>
                  <a:pt x="795547" y="92708"/>
                </a:lnTo>
                <a:lnTo>
                  <a:pt x="832660" y="72870"/>
                </a:lnTo>
                <a:lnTo>
                  <a:pt x="870243" y="53952"/>
                </a:lnTo>
                <a:lnTo>
                  <a:pt x="908285" y="35960"/>
                </a:lnTo>
                <a:lnTo>
                  <a:pt x="946751" y="18909"/>
                </a:lnTo>
                <a:lnTo>
                  <a:pt x="985630" y="2805"/>
                </a:lnTo>
                <a:lnTo>
                  <a:pt x="992772" y="0"/>
                </a:lnTo>
                <a:lnTo>
                  <a:pt x="992772" y="1039976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324026" y="844145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809079" y="844145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7280024" y="844145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736861" y="844145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152465" y="8482714"/>
            <a:ext cx="135890" cy="197485"/>
          </a:xfrm>
          <a:custGeom>
            <a:avLst/>
            <a:gdLst/>
            <a:ahLst/>
            <a:cxnLst/>
            <a:rect l="l" t="t" r="r" b="b"/>
            <a:pathLst>
              <a:path w="135890" h="197484">
                <a:moveTo>
                  <a:pt x="135533" y="197466"/>
                </a:moveTo>
                <a:lnTo>
                  <a:pt x="0" y="197466"/>
                </a:lnTo>
                <a:lnTo>
                  <a:pt x="135533" y="0"/>
                </a:lnTo>
                <a:lnTo>
                  <a:pt x="135533" y="197466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324026" y="8746373"/>
            <a:ext cx="335915" cy="238125"/>
          </a:xfrm>
          <a:custGeom>
            <a:avLst/>
            <a:gdLst/>
            <a:ahLst/>
            <a:cxnLst/>
            <a:rect l="l" t="t" r="r" b="b"/>
            <a:pathLst>
              <a:path w="335915" h="238125">
                <a:moveTo>
                  <a:pt x="335304" y="237642"/>
                </a:moveTo>
                <a:lnTo>
                  <a:pt x="0" y="237642"/>
                </a:lnTo>
                <a:lnTo>
                  <a:pt x="163854" y="0"/>
                </a:lnTo>
                <a:lnTo>
                  <a:pt x="335304" y="237642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809079" y="8746373"/>
            <a:ext cx="335915" cy="238125"/>
          </a:xfrm>
          <a:custGeom>
            <a:avLst/>
            <a:gdLst/>
            <a:ahLst/>
            <a:cxnLst/>
            <a:rect l="l" t="t" r="r" b="b"/>
            <a:pathLst>
              <a:path w="335915" h="238125">
                <a:moveTo>
                  <a:pt x="335304" y="237642"/>
                </a:moveTo>
                <a:lnTo>
                  <a:pt x="0" y="237642"/>
                </a:lnTo>
                <a:lnTo>
                  <a:pt x="163854" y="0"/>
                </a:lnTo>
                <a:lnTo>
                  <a:pt x="335304" y="237642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280024" y="8746373"/>
            <a:ext cx="335915" cy="238125"/>
          </a:xfrm>
          <a:custGeom>
            <a:avLst/>
            <a:gdLst/>
            <a:ahLst/>
            <a:cxnLst/>
            <a:rect l="l" t="t" r="r" b="b"/>
            <a:pathLst>
              <a:path w="335915" h="238125">
                <a:moveTo>
                  <a:pt x="335304" y="237642"/>
                </a:moveTo>
                <a:lnTo>
                  <a:pt x="0" y="237642"/>
                </a:lnTo>
                <a:lnTo>
                  <a:pt x="163854" y="0"/>
                </a:lnTo>
                <a:lnTo>
                  <a:pt x="335304" y="237642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736861" y="8746373"/>
            <a:ext cx="335915" cy="238125"/>
          </a:xfrm>
          <a:custGeom>
            <a:avLst/>
            <a:gdLst/>
            <a:ahLst/>
            <a:cxnLst/>
            <a:rect l="l" t="t" r="r" b="b"/>
            <a:pathLst>
              <a:path w="335915" h="238125">
                <a:moveTo>
                  <a:pt x="335304" y="237642"/>
                </a:moveTo>
                <a:lnTo>
                  <a:pt x="0" y="237642"/>
                </a:lnTo>
                <a:lnTo>
                  <a:pt x="163854" y="0"/>
                </a:lnTo>
                <a:lnTo>
                  <a:pt x="335304" y="237642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152465" y="8787447"/>
            <a:ext cx="135890" cy="196850"/>
          </a:xfrm>
          <a:custGeom>
            <a:avLst/>
            <a:gdLst/>
            <a:ahLst/>
            <a:cxnLst/>
            <a:rect l="l" t="t" r="r" b="b"/>
            <a:pathLst>
              <a:path w="135890" h="196850">
                <a:moveTo>
                  <a:pt x="135533" y="196568"/>
                </a:moveTo>
                <a:lnTo>
                  <a:pt x="0" y="196568"/>
                </a:lnTo>
                <a:lnTo>
                  <a:pt x="135533" y="0"/>
                </a:lnTo>
                <a:lnTo>
                  <a:pt x="135533" y="196568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324026" y="9064315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6809079" y="9064315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7280024" y="9064315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736861" y="9064315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152465" y="9105576"/>
            <a:ext cx="135890" cy="197485"/>
          </a:xfrm>
          <a:custGeom>
            <a:avLst/>
            <a:gdLst/>
            <a:ahLst/>
            <a:cxnLst/>
            <a:rect l="l" t="t" r="r" b="b"/>
            <a:pathLst>
              <a:path w="135890" h="197484">
                <a:moveTo>
                  <a:pt x="135533" y="197466"/>
                </a:moveTo>
                <a:lnTo>
                  <a:pt x="0" y="197466"/>
                </a:lnTo>
                <a:lnTo>
                  <a:pt x="135533" y="0"/>
                </a:lnTo>
                <a:lnTo>
                  <a:pt x="135533" y="197466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6324026" y="938334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6809079" y="938334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7280024" y="938334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7736861" y="938334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8152465" y="9424603"/>
            <a:ext cx="135890" cy="197485"/>
          </a:xfrm>
          <a:custGeom>
            <a:avLst/>
            <a:gdLst/>
            <a:ahLst/>
            <a:cxnLst/>
            <a:rect l="l" t="t" r="r" b="b"/>
            <a:pathLst>
              <a:path w="135890" h="197484">
                <a:moveTo>
                  <a:pt x="135533" y="197466"/>
                </a:moveTo>
                <a:lnTo>
                  <a:pt x="0" y="197466"/>
                </a:lnTo>
                <a:lnTo>
                  <a:pt x="135533" y="0"/>
                </a:lnTo>
                <a:lnTo>
                  <a:pt x="135533" y="197466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6324026" y="968826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6809079" y="968826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7280024" y="968826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7736861" y="968826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8152465" y="9729524"/>
            <a:ext cx="135890" cy="197485"/>
          </a:xfrm>
          <a:custGeom>
            <a:avLst/>
            <a:gdLst/>
            <a:ahLst/>
            <a:cxnLst/>
            <a:rect l="l" t="t" r="r" b="b"/>
            <a:pathLst>
              <a:path w="135890" h="197484">
                <a:moveTo>
                  <a:pt x="135533" y="197466"/>
                </a:moveTo>
                <a:lnTo>
                  <a:pt x="0" y="197466"/>
                </a:lnTo>
                <a:lnTo>
                  <a:pt x="135533" y="0"/>
                </a:lnTo>
                <a:lnTo>
                  <a:pt x="135533" y="197466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6324026" y="10020311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6809079" y="10020311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7280024" y="10020311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7736861" y="10020311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8152465" y="10061573"/>
            <a:ext cx="135890" cy="197485"/>
          </a:xfrm>
          <a:custGeom>
            <a:avLst/>
            <a:gdLst/>
            <a:ahLst/>
            <a:cxnLst/>
            <a:rect l="l" t="t" r="r" b="b"/>
            <a:pathLst>
              <a:path w="135890" h="197484">
                <a:moveTo>
                  <a:pt x="135533" y="197466"/>
                </a:moveTo>
                <a:lnTo>
                  <a:pt x="0" y="197466"/>
                </a:lnTo>
                <a:lnTo>
                  <a:pt x="135533" y="0"/>
                </a:lnTo>
                <a:lnTo>
                  <a:pt x="135533" y="197466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4355" marR="5080" indent="-783590">
              <a:lnSpc>
                <a:spcPct val="116100"/>
              </a:lnSpc>
              <a:spcBef>
                <a:spcPts val="100"/>
              </a:spcBef>
            </a:pPr>
            <a:r>
              <a:rPr spc="215" dirty="0"/>
              <a:t>What</a:t>
            </a:r>
            <a:r>
              <a:rPr spc="-10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spc="70" dirty="0"/>
              <a:t>Green </a:t>
            </a:r>
            <a:r>
              <a:rPr spc="85" dirty="0"/>
              <a:t>Skilling?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1904238" y="4786203"/>
            <a:ext cx="4413250" cy="17360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42260">
              <a:lnSpc>
                <a:spcPct val="100000"/>
              </a:lnSpc>
              <a:spcBef>
                <a:spcPts val="95"/>
              </a:spcBef>
            </a:pPr>
            <a:r>
              <a:rPr sz="2100" b="1" dirty="0">
                <a:solidFill>
                  <a:srgbClr val="1B1B1B"/>
                </a:solidFill>
                <a:latin typeface="Tahoma"/>
                <a:cs typeface="Tahoma"/>
              </a:rPr>
              <a:t>Green</a:t>
            </a:r>
            <a:r>
              <a:rPr sz="2100" b="1" spc="19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50" dirty="0">
                <a:solidFill>
                  <a:srgbClr val="1B1B1B"/>
                </a:solidFill>
                <a:latin typeface="Tahoma"/>
                <a:cs typeface="Tahoma"/>
              </a:rPr>
              <a:t>Jobs</a:t>
            </a:r>
            <a:endParaRPr sz="2100">
              <a:latin typeface="Tahoma"/>
              <a:cs typeface="Tahoma"/>
            </a:endParaRPr>
          </a:p>
          <a:p>
            <a:pPr marL="12700" marR="5080" indent="742315" algn="r">
              <a:lnSpc>
                <a:spcPct val="114599"/>
              </a:lnSpc>
              <a:spcBef>
                <a:spcPts val="1050"/>
              </a:spcBef>
            </a:pPr>
            <a:r>
              <a:rPr sz="1800" spc="-90" dirty="0">
                <a:solidFill>
                  <a:srgbClr val="1B1B1B"/>
                </a:solidFill>
                <a:latin typeface="Lucida Sans Unicode"/>
                <a:cs typeface="Lucida Sans Unicode"/>
              </a:rPr>
              <a:t>Skills</a:t>
            </a:r>
            <a:r>
              <a:rPr sz="18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that</a:t>
            </a:r>
            <a:r>
              <a:rPr sz="18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support</a:t>
            </a:r>
            <a:r>
              <a:rPr sz="18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environmentally </a:t>
            </a:r>
            <a:r>
              <a:rPr sz="18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sustainable</a:t>
            </a:r>
            <a:r>
              <a:rPr sz="18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economies,</a:t>
            </a:r>
            <a:r>
              <a:rPr sz="18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creating</a:t>
            </a:r>
            <a:r>
              <a:rPr sz="18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roles </a:t>
            </a:r>
            <a:r>
              <a:rPr sz="18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in </a:t>
            </a:r>
            <a:r>
              <a:rPr sz="18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renewable</a:t>
            </a:r>
            <a:r>
              <a:rPr sz="18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0" dirty="0">
                <a:solidFill>
                  <a:srgbClr val="1B1B1B"/>
                </a:solidFill>
                <a:latin typeface="Lucida Sans Unicode"/>
                <a:cs typeface="Lucida Sans Unicode"/>
              </a:rPr>
              <a:t>energy,</a:t>
            </a:r>
            <a:r>
              <a:rPr sz="18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conservation,</a:t>
            </a:r>
            <a:r>
              <a:rPr sz="18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and</a:t>
            </a:r>
            <a:r>
              <a:rPr sz="18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eco-</a:t>
            </a:r>
            <a:endParaRPr sz="1800">
              <a:latin typeface="Lucida Sans Unicode"/>
              <a:cs typeface="Lucida Sans Unicode"/>
            </a:endParaRPr>
          </a:p>
          <a:p>
            <a:pPr marR="5080" algn="r">
              <a:lnSpc>
                <a:spcPct val="100000"/>
              </a:lnSpc>
              <a:spcBef>
                <a:spcPts val="315"/>
              </a:spcBef>
            </a:pPr>
            <a:r>
              <a:rPr sz="18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friendly</a:t>
            </a:r>
            <a:r>
              <a:rPr sz="1800" spc="-9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industries.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331822" y="7359102"/>
            <a:ext cx="3985895" cy="17360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4670" algn="ctr">
              <a:lnSpc>
                <a:spcPct val="100000"/>
              </a:lnSpc>
              <a:spcBef>
                <a:spcPts val="95"/>
              </a:spcBef>
            </a:pPr>
            <a:r>
              <a:rPr sz="2100" b="1" spc="45" dirty="0">
                <a:solidFill>
                  <a:srgbClr val="1B1B1B"/>
                </a:solidFill>
                <a:latin typeface="Tahoma"/>
                <a:cs typeface="Tahoma"/>
              </a:rPr>
              <a:t>Renewable</a:t>
            </a:r>
            <a:r>
              <a:rPr sz="2100" b="1" spc="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65" dirty="0">
                <a:solidFill>
                  <a:srgbClr val="1B1B1B"/>
                </a:solidFill>
                <a:latin typeface="Tahoma"/>
                <a:cs typeface="Tahoma"/>
              </a:rPr>
              <a:t>Energy</a:t>
            </a:r>
            <a:r>
              <a:rPr sz="2100" b="1" spc="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-10" dirty="0">
                <a:solidFill>
                  <a:srgbClr val="1B1B1B"/>
                </a:solidFill>
                <a:latin typeface="Tahoma"/>
                <a:cs typeface="Tahoma"/>
              </a:rPr>
              <a:t>Skills</a:t>
            </a:r>
            <a:endParaRPr sz="2100">
              <a:latin typeface="Tahoma"/>
              <a:cs typeface="Tahoma"/>
            </a:endParaRPr>
          </a:p>
          <a:p>
            <a:pPr marL="12700" marR="5080" indent="24130" algn="r">
              <a:lnSpc>
                <a:spcPct val="114599"/>
              </a:lnSpc>
              <a:spcBef>
                <a:spcPts val="1050"/>
              </a:spcBef>
            </a:pPr>
            <a:r>
              <a:rPr sz="18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Technical</a:t>
            </a:r>
            <a:r>
              <a:rPr sz="18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expertise</a:t>
            </a:r>
            <a:r>
              <a:rPr sz="18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5" dirty="0">
                <a:solidFill>
                  <a:srgbClr val="1B1B1B"/>
                </a:solidFill>
                <a:latin typeface="Lucida Sans Unicode"/>
                <a:cs typeface="Lucida Sans Unicode"/>
              </a:rPr>
              <a:t>in</a:t>
            </a:r>
            <a:r>
              <a:rPr sz="18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14" dirty="0">
                <a:solidFill>
                  <a:srgbClr val="1B1B1B"/>
                </a:solidFill>
                <a:latin typeface="Lucida Sans Unicode"/>
                <a:cs typeface="Lucida Sans Unicode"/>
              </a:rPr>
              <a:t>solar,</a:t>
            </a:r>
            <a:r>
              <a:rPr sz="18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10" dirty="0">
                <a:solidFill>
                  <a:srgbClr val="1B1B1B"/>
                </a:solidFill>
                <a:latin typeface="Lucida Sans Unicode"/>
                <a:cs typeface="Lucida Sans Unicode"/>
              </a:rPr>
              <a:t>wind,</a:t>
            </a:r>
            <a:r>
              <a:rPr sz="18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and </a:t>
            </a:r>
            <a:r>
              <a:rPr sz="18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clean</a:t>
            </a:r>
            <a:r>
              <a:rPr sz="1800" spc="-9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energy</a:t>
            </a:r>
            <a:r>
              <a:rPr sz="1800" spc="-9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systems</a:t>
            </a:r>
            <a:r>
              <a:rPr sz="1800" spc="-9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that</a:t>
            </a:r>
            <a:r>
              <a:rPr sz="1800" spc="-9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power</a:t>
            </a:r>
            <a:r>
              <a:rPr sz="1800" spc="-9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a </a:t>
            </a:r>
            <a:r>
              <a:rPr sz="18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sustainable</a:t>
            </a:r>
            <a:r>
              <a:rPr sz="18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future</a:t>
            </a:r>
            <a:r>
              <a:rPr sz="18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8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reduce</a:t>
            </a:r>
            <a:r>
              <a:rPr sz="18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carbon</a:t>
            </a:r>
            <a:endParaRPr sz="1800">
              <a:latin typeface="Lucida Sans Unicode"/>
              <a:cs typeface="Lucida Sans Unicode"/>
            </a:endParaRPr>
          </a:p>
          <a:p>
            <a:pPr marR="5080" algn="r">
              <a:lnSpc>
                <a:spcPct val="100000"/>
              </a:lnSpc>
              <a:spcBef>
                <a:spcPts val="315"/>
              </a:spcBef>
            </a:pPr>
            <a:r>
              <a:rPr sz="18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emissions.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1970638" y="3558404"/>
            <a:ext cx="4220845" cy="17360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00" b="1" dirty="0">
                <a:solidFill>
                  <a:srgbClr val="1B1B1B"/>
                </a:solidFill>
                <a:latin typeface="Tahoma"/>
                <a:cs typeface="Tahoma"/>
              </a:rPr>
              <a:t>Sustainable</a:t>
            </a:r>
            <a:r>
              <a:rPr sz="2100" b="1" spc="40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35" dirty="0">
                <a:solidFill>
                  <a:srgbClr val="1B1B1B"/>
                </a:solidFill>
                <a:latin typeface="Tahoma"/>
                <a:cs typeface="Tahoma"/>
              </a:rPr>
              <a:t>Technologies</a:t>
            </a:r>
            <a:endParaRPr sz="2100">
              <a:latin typeface="Tahoma"/>
              <a:cs typeface="Tahoma"/>
            </a:endParaRPr>
          </a:p>
          <a:p>
            <a:pPr marL="12700" marR="5080">
              <a:lnSpc>
                <a:spcPct val="114599"/>
              </a:lnSpc>
              <a:spcBef>
                <a:spcPts val="1050"/>
              </a:spcBef>
            </a:pPr>
            <a:r>
              <a:rPr sz="18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Proficiency</a:t>
            </a:r>
            <a:r>
              <a:rPr sz="18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5" dirty="0">
                <a:solidFill>
                  <a:srgbClr val="1B1B1B"/>
                </a:solidFill>
                <a:latin typeface="Lucida Sans Unicode"/>
                <a:cs typeface="Lucida Sans Unicode"/>
              </a:rPr>
              <a:t>in</a:t>
            </a:r>
            <a:r>
              <a:rPr sz="18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green </a:t>
            </a:r>
            <a:r>
              <a:rPr sz="1800" dirty="0">
                <a:solidFill>
                  <a:srgbClr val="1B1B1B"/>
                </a:solidFill>
                <a:latin typeface="Lucida Sans Unicode"/>
                <a:cs typeface="Lucida Sans Unicode"/>
              </a:rPr>
              <a:t>tech</a:t>
            </a:r>
            <a:r>
              <a:rPr sz="18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10" dirty="0">
                <a:solidFill>
                  <a:srgbClr val="1B1B1B"/>
                </a:solidFill>
                <a:latin typeface="Lucida Sans Unicode"/>
                <a:cs typeface="Lucida Sans Unicode"/>
              </a:rPr>
              <a:t>tools—</a:t>
            </a:r>
            <a:r>
              <a:rPr sz="1800" spc="-145" dirty="0">
                <a:solidFill>
                  <a:srgbClr val="1B1B1B"/>
                </a:solidFill>
                <a:latin typeface="Lucida Sans Unicode"/>
                <a:cs typeface="Lucida Sans Unicode"/>
              </a:rPr>
              <a:t>AI,</a:t>
            </a:r>
            <a:r>
              <a:rPr sz="18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IoT, </a:t>
            </a:r>
            <a:r>
              <a:rPr sz="18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smart</a:t>
            </a:r>
            <a:r>
              <a:rPr sz="18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20" dirty="0">
                <a:solidFill>
                  <a:srgbClr val="1B1B1B"/>
                </a:solidFill>
                <a:latin typeface="Lucida Sans Unicode"/>
                <a:cs typeface="Lucida Sans Unicode"/>
              </a:rPr>
              <a:t>grids—</a:t>
            </a:r>
            <a:r>
              <a:rPr sz="18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enabling </a:t>
            </a:r>
            <a:r>
              <a:rPr sz="18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efficient</a:t>
            </a:r>
            <a:r>
              <a:rPr sz="18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resource </a:t>
            </a:r>
            <a:r>
              <a:rPr sz="18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management</a:t>
            </a:r>
            <a:r>
              <a:rPr sz="18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8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environmental protection.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1970638" y="6131302"/>
            <a:ext cx="4191635" cy="17360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00" b="1" dirty="0">
                <a:solidFill>
                  <a:srgbClr val="1B1B1B"/>
                </a:solidFill>
                <a:latin typeface="Tahoma"/>
                <a:cs typeface="Tahoma"/>
              </a:rPr>
              <a:t>Career</a:t>
            </a:r>
            <a:r>
              <a:rPr sz="2100" b="1" spc="18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60" dirty="0">
                <a:solidFill>
                  <a:srgbClr val="1B1B1B"/>
                </a:solidFill>
                <a:latin typeface="Tahoma"/>
                <a:cs typeface="Tahoma"/>
              </a:rPr>
              <a:t>Benefits</a:t>
            </a:r>
            <a:endParaRPr sz="2100">
              <a:latin typeface="Tahoma"/>
              <a:cs typeface="Tahoma"/>
            </a:endParaRPr>
          </a:p>
          <a:p>
            <a:pPr marL="12700" marR="5080">
              <a:lnSpc>
                <a:spcPct val="114599"/>
              </a:lnSpc>
              <a:spcBef>
                <a:spcPts val="1050"/>
              </a:spcBef>
            </a:pPr>
            <a:r>
              <a:rPr sz="18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Green</a:t>
            </a:r>
            <a:r>
              <a:rPr sz="1800" spc="-12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95" dirty="0">
                <a:solidFill>
                  <a:srgbClr val="1B1B1B"/>
                </a:solidFill>
                <a:latin typeface="Lucida Sans Unicode"/>
                <a:cs typeface="Lucida Sans Unicode"/>
              </a:rPr>
              <a:t>skills </a:t>
            </a:r>
            <a:r>
              <a:rPr sz="18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boost</a:t>
            </a:r>
            <a:r>
              <a:rPr sz="1800" spc="-114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employability</a:t>
            </a:r>
            <a:r>
              <a:rPr sz="1800" spc="-9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5" dirty="0">
                <a:solidFill>
                  <a:srgbClr val="1B1B1B"/>
                </a:solidFill>
                <a:latin typeface="Lucida Sans Unicode"/>
                <a:cs typeface="Lucida Sans Unicode"/>
              </a:rPr>
              <a:t>in</a:t>
            </a:r>
            <a:r>
              <a:rPr sz="1800" spc="-9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fast-</a:t>
            </a:r>
            <a:r>
              <a:rPr sz="1800" spc="-105" dirty="0">
                <a:solidFill>
                  <a:srgbClr val="1B1B1B"/>
                </a:solidFill>
                <a:latin typeface="Lucida Sans Unicode"/>
                <a:cs typeface="Lucida Sans Unicode"/>
              </a:rPr>
              <a:t>growing</a:t>
            </a:r>
            <a:r>
              <a:rPr sz="18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sectors,</a:t>
            </a:r>
            <a:r>
              <a:rPr sz="18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5" dirty="0">
                <a:solidFill>
                  <a:srgbClr val="1B1B1B"/>
                </a:solidFill>
                <a:latin typeface="Lucida Sans Unicode"/>
                <a:cs typeface="Lucida Sans Unicode"/>
              </a:rPr>
              <a:t>aligning</a:t>
            </a:r>
            <a:r>
              <a:rPr sz="18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with</a:t>
            </a:r>
            <a:r>
              <a:rPr sz="18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global </a:t>
            </a:r>
            <a:r>
              <a:rPr sz="18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sustainability</a:t>
            </a:r>
            <a:r>
              <a:rPr sz="18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90" dirty="0">
                <a:solidFill>
                  <a:srgbClr val="1B1B1B"/>
                </a:solidFill>
                <a:latin typeface="Lucida Sans Unicode"/>
                <a:cs typeface="Lucida Sans Unicode"/>
              </a:rPr>
              <a:t>goals</a:t>
            </a:r>
            <a:r>
              <a:rPr sz="18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8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1B1B1B"/>
                </a:solidFill>
                <a:latin typeface="Lucida Sans Unicode"/>
                <a:cs typeface="Lucida Sans Unicode"/>
              </a:rPr>
              <a:t>SDG</a:t>
            </a:r>
            <a:r>
              <a:rPr sz="18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targets</a:t>
            </a:r>
            <a:r>
              <a:rPr sz="18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for </a:t>
            </a:r>
            <a:r>
              <a:rPr sz="18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2030.</a:t>
            </a:r>
            <a:endParaRPr sz="1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30815" y="3784750"/>
            <a:ext cx="3731895" cy="4988560"/>
            <a:chOff x="2730815" y="3784750"/>
            <a:chExt cx="3731895" cy="4988560"/>
          </a:xfrm>
        </p:grpSpPr>
        <p:sp>
          <p:nvSpPr>
            <p:cNvPr id="3" name="object 3"/>
            <p:cNvSpPr/>
            <p:nvPr/>
          </p:nvSpPr>
          <p:spPr>
            <a:xfrm>
              <a:off x="3002003" y="3784750"/>
              <a:ext cx="3460750" cy="4988560"/>
            </a:xfrm>
            <a:custGeom>
              <a:avLst/>
              <a:gdLst/>
              <a:ahLst/>
              <a:cxnLst/>
              <a:rect l="l" t="t" r="r" b="b"/>
              <a:pathLst>
                <a:path w="3460750" h="4988559">
                  <a:moveTo>
                    <a:pt x="3460617" y="4988155"/>
                  </a:moveTo>
                  <a:lnTo>
                    <a:pt x="0" y="4988155"/>
                  </a:lnTo>
                  <a:lnTo>
                    <a:pt x="0" y="0"/>
                  </a:lnTo>
                  <a:lnTo>
                    <a:pt x="3460617" y="0"/>
                  </a:lnTo>
                  <a:lnTo>
                    <a:pt x="3460617" y="4988155"/>
                  </a:lnTo>
                  <a:close/>
                </a:path>
              </a:pathLst>
            </a:custGeom>
            <a:solidFill>
              <a:srgbClr val="AED5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30815" y="4013837"/>
              <a:ext cx="3460750" cy="4528820"/>
            </a:xfrm>
            <a:custGeom>
              <a:avLst/>
              <a:gdLst/>
              <a:ahLst/>
              <a:cxnLst/>
              <a:rect l="l" t="t" r="r" b="b"/>
              <a:pathLst>
                <a:path w="3460750" h="4528820">
                  <a:moveTo>
                    <a:pt x="3460617" y="4528541"/>
                  </a:moveTo>
                  <a:lnTo>
                    <a:pt x="0" y="4528541"/>
                  </a:lnTo>
                  <a:lnTo>
                    <a:pt x="0" y="0"/>
                  </a:lnTo>
                  <a:lnTo>
                    <a:pt x="3460617" y="0"/>
                  </a:lnTo>
                  <a:lnTo>
                    <a:pt x="3460617" y="4528541"/>
                  </a:lnTo>
                  <a:close/>
                </a:path>
              </a:pathLst>
            </a:custGeom>
            <a:solidFill>
              <a:srgbClr val="679E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278097" y="3784750"/>
            <a:ext cx="3731895" cy="4988560"/>
            <a:chOff x="7278097" y="3784750"/>
            <a:chExt cx="3731895" cy="4988560"/>
          </a:xfrm>
        </p:grpSpPr>
        <p:sp>
          <p:nvSpPr>
            <p:cNvPr id="6" name="object 6"/>
            <p:cNvSpPr/>
            <p:nvPr/>
          </p:nvSpPr>
          <p:spPr>
            <a:xfrm>
              <a:off x="7549284" y="3784750"/>
              <a:ext cx="3460750" cy="4988560"/>
            </a:xfrm>
            <a:custGeom>
              <a:avLst/>
              <a:gdLst/>
              <a:ahLst/>
              <a:cxnLst/>
              <a:rect l="l" t="t" r="r" b="b"/>
              <a:pathLst>
                <a:path w="3460750" h="4988559">
                  <a:moveTo>
                    <a:pt x="3460617" y="4988155"/>
                  </a:moveTo>
                  <a:lnTo>
                    <a:pt x="0" y="4988155"/>
                  </a:lnTo>
                  <a:lnTo>
                    <a:pt x="0" y="0"/>
                  </a:lnTo>
                  <a:lnTo>
                    <a:pt x="3460617" y="0"/>
                  </a:lnTo>
                  <a:lnTo>
                    <a:pt x="3460617" y="4988155"/>
                  </a:lnTo>
                  <a:close/>
                </a:path>
              </a:pathLst>
            </a:custGeom>
            <a:solidFill>
              <a:srgbClr val="DBEC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78097" y="4013837"/>
              <a:ext cx="3460750" cy="4528820"/>
            </a:xfrm>
            <a:custGeom>
              <a:avLst/>
              <a:gdLst/>
              <a:ahLst/>
              <a:cxnLst/>
              <a:rect l="l" t="t" r="r" b="b"/>
              <a:pathLst>
                <a:path w="3460750" h="4528820">
                  <a:moveTo>
                    <a:pt x="3460617" y="4528541"/>
                  </a:moveTo>
                  <a:lnTo>
                    <a:pt x="0" y="4528541"/>
                  </a:lnTo>
                  <a:lnTo>
                    <a:pt x="0" y="0"/>
                  </a:lnTo>
                  <a:lnTo>
                    <a:pt x="3460617" y="0"/>
                  </a:lnTo>
                  <a:lnTo>
                    <a:pt x="3460617" y="4528541"/>
                  </a:lnTo>
                  <a:close/>
                </a:path>
              </a:pathLst>
            </a:custGeom>
            <a:solidFill>
              <a:srgbClr val="AED5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1829051" y="3784750"/>
            <a:ext cx="3731895" cy="4988560"/>
            <a:chOff x="11829051" y="3784750"/>
            <a:chExt cx="3731895" cy="4988560"/>
          </a:xfrm>
        </p:grpSpPr>
        <p:sp>
          <p:nvSpPr>
            <p:cNvPr id="9" name="object 9"/>
            <p:cNvSpPr/>
            <p:nvPr/>
          </p:nvSpPr>
          <p:spPr>
            <a:xfrm>
              <a:off x="12100238" y="3784750"/>
              <a:ext cx="3460750" cy="4988560"/>
            </a:xfrm>
            <a:custGeom>
              <a:avLst/>
              <a:gdLst/>
              <a:ahLst/>
              <a:cxnLst/>
              <a:rect l="l" t="t" r="r" b="b"/>
              <a:pathLst>
                <a:path w="3460750" h="4988559">
                  <a:moveTo>
                    <a:pt x="3460617" y="4988155"/>
                  </a:moveTo>
                  <a:lnTo>
                    <a:pt x="0" y="4988155"/>
                  </a:lnTo>
                  <a:lnTo>
                    <a:pt x="0" y="0"/>
                  </a:lnTo>
                  <a:lnTo>
                    <a:pt x="3460617" y="0"/>
                  </a:lnTo>
                  <a:lnTo>
                    <a:pt x="3460617" y="4988155"/>
                  </a:lnTo>
                  <a:close/>
                </a:path>
              </a:pathLst>
            </a:custGeom>
            <a:solidFill>
              <a:srgbClr val="AED5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829051" y="4013837"/>
              <a:ext cx="3460750" cy="4528820"/>
            </a:xfrm>
            <a:custGeom>
              <a:avLst/>
              <a:gdLst/>
              <a:ahLst/>
              <a:cxnLst/>
              <a:rect l="l" t="t" r="r" b="b"/>
              <a:pathLst>
                <a:path w="3460750" h="4528820">
                  <a:moveTo>
                    <a:pt x="3460617" y="4528541"/>
                  </a:moveTo>
                  <a:lnTo>
                    <a:pt x="0" y="4528541"/>
                  </a:lnTo>
                  <a:lnTo>
                    <a:pt x="0" y="0"/>
                  </a:lnTo>
                  <a:lnTo>
                    <a:pt x="3460617" y="0"/>
                  </a:lnTo>
                  <a:lnTo>
                    <a:pt x="3460617" y="4528541"/>
                  </a:lnTo>
                  <a:close/>
                </a:path>
              </a:pathLst>
            </a:custGeom>
            <a:solidFill>
              <a:srgbClr val="DBEC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16902769" y="8780380"/>
            <a:ext cx="57150" cy="55880"/>
          </a:xfrm>
          <a:custGeom>
            <a:avLst/>
            <a:gdLst/>
            <a:ahLst/>
            <a:cxnLst/>
            <a:rect l="l" t="t" r="r" b="b"/>
            <a:pathLst>
              <a:path w="57150" h="55879">
                <a:moveTo>
                  <a:pt x="31646" y="55857"/>
                </a:moveTo>
                <a:lnTo>
                  <a:pt x="27995" y="55857"/>
                </a:lnTo>
                <a:lnTo>
                  <a:pt x="20692" y="55857"/>
                </a:lnTo>
                <a:lnTo>
                  <a:pt x="13389" y="52814"/>
                </a:lnTo>
                <a:lnTo>
                  <a:pt x="3042" y="42468"/>
                </a:lnTo>
                <a:lnTo>
                  <a:pt x="0" y="35165"/>
                </a:lnTo>
                <a:lnTo>
                  <a:pt x="0" y="24210"/>
                </a:lnTo>
                <a:lnTo>
                  <a:pt x="3042" y="15081"/>
                </a:lnTo>
                <a:lnTo>
                  <a:pt x="4260" y="13864"/>
                </a:lnTo>
                <a:lnTo>
                  <a:pt x="4868" y="12038"/>
                </a:lnTo>
                <a:lnTo>
                  <a:pt x="6085" y="10212"/>
                </a:lnTo>
                <a:lnTo>
                  <a:pt x="9737" y="6561"/>
                </a:lnTo>
                <a:lnTo>
                  <a:pt x="11563" y="5344"/>
                </a:lnTo>
                <a:lnTo>
                  <a:pt x="12780" y="4127"/>
                </a:lnTo>
                <a:lnTo>
                  <a:pt x="14606" y="2909"/>
                </a:lnTo>
                <a:lnTo>
                  <a:pt x="15823" y="2301"/>
                </a:lnTo>
                <a:lnTo>
                  <a:pt x="21300" y="475"/>
                </a:lnTo>
                <a:lnTo>
                  <a:pt x="23126" y="475"/>
                </a:lnTo>
                <a:lnTo>
                  <a:pt x="30030" y="0"/>
                </a:lnTo>
                <a:lnTo>
                  <a:pt x="56599" y="21167"/>
                </a:lnTo>
                <a:lnTo>
                  <a:pt x="56599" y="35773"/>
                </a:lnTo>
                <a:lnTo>
                  <a:pt x="53556" y="43076"/>
                </a:lnTo>
                <a:lnTo>
                  <a:pt x="48078" y="48554"/>
                </a:lnTo>
                <a:lnTo>
                  <a:pt x="46861" y="49162"/>
                </a:lnTo>
                <a:lnTo>
                  <a:pt x="45035" y="50380"/>
                </a:lnTo>
                <a:lnTo>
                  <a:pt x="43818" y="50988"/>
                </a:lnTo>
                <a:lnTo>
                  <a:pt x="41992" y="52205"/>
                </a:lnTo>
                <a:lnTo>
                  <a:pt x="40775" y="53422"/>
                </a:lnTo>
                <a:lnTo>
                  <a:pt x="35298" y="55248"/>
                </a:lnTo>
                <a:lnTo>
                  <a:pt x="33472" y="55248"/>
                </a:lnTo>
                <a:lnTo>
                  <a:pt x="31646" y="55857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7037268" y="8775378"/>
            <a:ext cx="1134110" cy="60325"/>
          </a:xfrm>
          <a:custGeom>
            <a:avLst/>
            <a:gdLst/>
            <a:ahLst/>
            <a:cxnLst/>
            <a:rect l="l" t="t" r="r" b="b"/>
            <a:pathLst>
              <a:path w="1134109" h="60325">
                <a:moveTo>
                  <a:pt x="27995" y="60250"/>
                </a:moveTo>
                <a:lnTo>
                  <a:pt x="27386" y="60250"/>
                </a:lnTo>
                <a:lnTo>
                  <a:pt x="17031" y="58015"/>
                </a:lnTo>
                <a:lnTo>
                  <a:pt x="8444" y="51958"/>
                </a:lnTo>
                <a:lnTo>
                  <a:pt x="2481" y="43048"/>
                </a:lnTo>
                <a:lnTo>
                  <a:pt x="0" y="32255"/>
                </a:lnTo>
                <a:lnTo>
                  <a:pt x="2182" y="21462"/>
                </a:lnTo>
                <a:lnTo>
                  <a:pt x="2234" y="21205"/>
                </a:lnTo>
                <a:lnTo>
                  <a:pt x="8292" y="12323"/>
                </a:lnTo>
                <a:lnTo>
                  <a:pt x="17202" y="6409"/>
                </a:lnTo>
                <a:lnTo>
                  <a:pt x="27995" y="4260"/>
                </a:lnTo>
                <a:lnTo>
                  <a:pt x="38621" y="6409"/>
                </a:lnTo>
                <a:lnTo>
                  <a:pt x="38919" y="6409"/>
                </a:lnTo>
                <a:lnTo>
                  <a:pt x="47926" y="12552"/>
                </a:lnTo>
                <a:lnTo>
                  <a:pt x="53841" y="21462"/>
                </a:lnTo>
                <a:lnTo>
                  <a:pt x="55990" y="32255"/>
                </a:lnTo>
                <a:lnTo>
                  <a:pt x="53807" y="43048"/>
                </a:lnTo>
                <a:lnTo>
                  <a:pt x="53755" y="43305"/>
                </a:lnTo>
                <a:lnTo>
                  <a:pt x="47698" y="52186"/>
                </a:lnTo>
                <a:lnTo>
                  <a:pt x="38917" y="58015"/>
                </a:lnTo>
                <a:lnTo>
                  <a:pt x="39218" y="58015"/>
                </a:lnTo>
                <a:lnTo>
                  <a:pt x="27995" y="60250"/>
                </a:lnTo>
                <a:close/>
              </a:path>
              <a:path w="1134109" h="60325">
                <a:moveTo>
                  <a:pt x="163711" y="59033"/>
                </a:moveTo>
                <a:lnTo>
                  <a:pt x="152566" y="57236"/>
                </a:lnTo>
                <a:lnTo>
                  <a:pt x="143475" y="51502"/>
                </a:lnTo>
                <a:lnTo>
                  <a:pt x="137351" y="42687"/>
                </a:lnTo>
                <a:lnTo>
                  <a:pt x="135107" y="31646"/>
                </a:lnTo>
                <a:lnTo>
                  <a:pt x="137342" y="20587"/>
                </a:lnTo>
                <a:lnTo>
                  <a:pt x="143399" y="11639"/>
                </a:lnTo>
                <a:lnTo>
                  <a:pt x="152309" y="5543"/>
                </a:lnTo>
                <a:lnTo>
                  <a:pt x="163102" y="3042"/>
                </a:lnTo>
                <a:lnTo>
                  <a:pt x="174161" y="5277"/>
                </a:lnTo>
                <a:lnTo>
                  <a:pt x="183110" y="11335"/>
                </a:lnTo>
                <a:lnTo>
                  <a:pt x="189205" y="20245"/>
                </a:lnTo>
                <a:lnTo>
                  <a:pt x="191706" y="31038"/>
                </a:lnTo>
                <a:lnTo>
                  <a:pt x="189471" y="42087"/>
                </a:lnTo>
                <a:lnTo>
                  <a:pt x="183414" y="50969"/>
                </a:lnTo>
                <a:lnTo>
                  <a:pt x="174504" y="56884"/>
                </a:lnTo>
                <a:lnTo>
                  <a:pt x="163711" y="59033"/>
                </a:lnTo>
                <a:close/>
              </a:path>
              <a:path w="1134109" h="60325">
                <a:moveTo>
                  <a:pt x="297601" y="58424"/>
                </a:moveTo>
                <a:lnTo>
                  <a:pt x="296992" y="58424"/>
                </a:lnTo>
                <a:lnTo>
                  <a:pt x="286551" y="56627"/>
                </a:lnTo>
                <a:lnTo>
                  <a:pt x="277822" y="50893"/>
                </a:lnTo>
                <a:lnTo>
                  <a:pt x="271831" y="42078"/>
                </a:lnTo>
                <a:lnTo>
                  <a:pt x="269606" y="31038"/>
                </a:lnTo>
                <a:lnTo>
                  <a:pt x="271840" y="19978"/>
                </a:lnTo>
                <a:lnTo>
                  <a:pt x="277898" y="11030"/>
                </a:lnTo>
                <a:lnTo>
                  <a:pt x="286808" y="4935"/>
                </a:lnTo>
                <a:lnTo>
                  <a:pt x="297601" y="2434"/>
                </a:lnTo>
                <a:lnTo>
                  <a:pt x="308394" y="4669"/>
                </a:lnTo>
                <a:lnTo>
                  <a:pt x="317304" y="10726"/>
                </a:lnTo>
                <a:lnTo>
                  <a:pt x="323361" y="19636"/>
                </a:lnTo>
                <a:lnTo>
                  <a:pt x="325596" y="30429"/>
                </a:lnTo>
                <a:lnTo>
                  <a:pt x="323361" y="41479"/>
                </a:lnTo>
                <a:lnTo>
                  <a:pt x="317304" y="50360"/>
                </a:lnTo>
                <a:lnTo>
                  <a:pt x="308394" y="56275"/>
                </a:lnTo>
                <a:lnTo>
                  <a:pt x="297601" y="58424"/>
                </a:lnTo>
                <a:close/>
              </a:path>
              <a:path w="1134109" h="60325">
                <a:moveTo>
                  <a:pt x="433317" y="57816"/>
                </a:moveTo>
                <a:lnTo>
                  <a:pt x="421915" y="56018"/>
                </a:lnTo>
                <a:lnTo>
                  <a:pt x="412853" y="50284"/>
                </a:lnTo>
                <a:lnTo>
                  <a:pt x="406872" y="41469"/>
                </a:lnTo>
                <a:lnTo>
                  <a:pt x="404713" y="30429"/>
                </a:lnTo>
                <a:lnTo>
                  <a:pt x="406948" y="19370"/>
                </a:lnTo>
                <a:lnTo>
                  <a:pt x="413005" y="10422"/>
                </a:lnTo>
                <a:lnTo>
                  <a:pt x="421915" y="4326"/>
                </a:lnTo>
                <a:lnTo>
                  <a:pt x="432708" y="1825"/>
                </a:lnTo>
                <a:lnTo>
                  <a:pt x="443768" y="4060"/>
                </a:lnTo>
                <a:lnTo>
                  <a:pt x="452716" y="10117"/>
                </a:lnTo>
                <a:lnTo>
                  <a:pt x="458811" y="19028"/>
                </a:lnTo>
                <a:lnTo>
                  <a:pt x="461312" y="29821"/>
                </a:lnTo>
                <a:lnTo>
                  <a:pt x="459078" y="40614"/>
                </a:lnTo>
                <a:lnTo>
                  <a:pt x="453020" y="49524"/>
                </a:lnTo>
                <a:lnTo>
                  <a:pt x="444110" y="55581"/>
                </a:lnTo>
                <a:lnTo>
                  <a:pt x="433317" y="57816"/>
                </a:lnTo>
                <a:close/>
              </a:path>
              <a:path w="1134109" h="60325">
                <a:moveTo>
                  <a:pt x="567207" y="57816"/>
                </a:moveTo>
                <a:lnTo>
                  <a:pt x="566599" y="57816"/>
                </a:lnTo>
                <a:lnTo>
                  <a:pt x="555742" y="55581"/>
                </a:lnTo>
                <a:lnTo>
                  <a:pt x="556031" y="55581"/>
                </a:lnTo>
                <a:lnTo>
                  <a:pt x="547428" y="49752"/>
                </a:lnTo>
                <a:lnTo>
                  <a:pt x="541437" y="40870"/>
                </a:lnTo>
                <a:lnTo>
                  <a:pt x="539212" y="29821"/>
                </a:lnTo>
                <a:lnTo>
                  <a:pt x="541447" y="19028"/>
                </a:lnTo>
                <a:lnTo>
                  <a:pt x="547504" y="10117"/>
                </a:lnTo>
                <a:lnTo>
                  <a:pt x="556414" y="4060"/>
                </a:lnTo>
                <a:lnTo>
                  <a:pt x="567207" y="1825"/>
                </a:lnTo>
                <a:lnTo>
                  <a:pt x="578000" y="4060"/>
                </a:lnTo>
                <a:lnTo>
                  <a:pt x="586910" y="10117"/>
                </a:lnTo>
                <a:lnTo>
                  <a:pt x="592968" y="19028"/>
                </a:lnTo>
                <a:lnTo>
                  <a:pt x="595202" y="29821"/>
                </a:lnTo>
                <a:lnTo>
                  <a:pt x="592968" y="40614"/>
                </a:lnTo>
                <a:lnTo>
                  <a:pt x="586910" y="49524"/>
                </a:lnTo>
                <a:lnTo>
                  <a:pt x="578000" y="55581"/>
                </a:lnTo>
                <a:lnTo>
                  <a:pt x="567207" y="57816"/>
                </a:lnTo>
                <a:close/>
              </a:path>
              <a:path w="1134109" h="60325">
                <a:moveTo>
                  <a:pt x="702315" y="57207"/>
                </a:moveTo>
                <a:lnTo>
                  <a:pt x="690726" y="54972"/>
                </a:lnTo>
                <a:lnTo>
                  <a:pt x="691038" y="54972"/>
                </a:lnTo>
                <a:lnTo>
                  <a:pt x="682079" y="49143"/>
                </a:lnTo>
                <a:lnTo>
                  <a:pt x="675955" y="40262"/>
                </a:lnTo>
                <a:lnTo>
                  <a:pt x="673711" y="29212"/>
                </a:lnTo>
                <a:lnTo>
                  <a:pt x="675946" y="18419"/>
                </a:lnTo>
                <a:lnTo>
                  <a:pt x="682003" y="9509"/>
                </a:lnTo>
                <a:lnTo>
                  <a:pt x="690913" y="3451"/>
                </a:lnTo>
                <a:lnTo>
                  <a:pt x="701706" y="1217"/>
                </a:lnTo>
                <a:lnTo>
                  <a:pt x="712765" y="3451"/>
                </a:lnTo>
                <a:lnTo>
                  <a:pt x="721714" y="9509"/>
                </a:lnTo>
                <a:lnTo>
                  <a:pt x="727809" y="18419"/>
                </a:lnTo>
                <a:lnTo>
                  <a:pt x="730310" y="29212"/>
                </a:lnTo>
                <a:lnTo>
                  <a:pt x="728075" y="40005"/>
                </a:lnTo>
                <a:lnTo>
                  <a:pt x="722018" y="48915"/>
                </a:lnTo>
                <a:lnTo>
                  <a:pt x="713108" y="54972"/>
                </a:lnTo>
                <a:lnTo>
                  <a:pt x="702315" y="57207"/>
                </a:lnTo>
                <a:close/>
              </a:path>
              <a:path w="1134109" h="60325">
                <a:moveTo>
                  <a:pt x="836814" y="57816"/>
                </a:moveTo>
                <a:lnTo>
                  <a:pt x="836205" y="57816"/>
                </a:lnTo>
                <a:lnTo>
                  <a:pt x="825507" y="54972"/>
                </a:lnTo>
                <a:lnTo>
                  <a:pt x="816806" y="48763"/>
                </a:lnTo>
                <a:lnTo>
                  <a:pt x="810958" y="39929"/>
                </a:lnTo>
                <a:lnTo>
                  <a:pt x="808818" y="29212"/>
                </a:lnTo>
                <a:lnTo>
                  <a:pt x="811001" y="18419"/>
                </a:lnTo>
                <a:lnTo>
                  <a:pt x="811053" y="18162"/>
                </a:lnTo>
                <a:lnTo>
                  <a:pt x="817110" y="9281"/>
                </a:lnTo>
                <a:lnTo>
                  <a:pt x="826021" y="3366"/>
                </a:lnTo>
                <a:lnTo>
                  <a:pt x="836814" y="1217"/>
                </a:lnTo>
                <a:lnTo>
                  <a:pt x="847440" y="3366"/>
                </a:lnTo>
                <a:lnTo>
                  <a:pt x="847738" y="3366"/>
                </a:lnTo>
                <a:lnTo>
                  <a:pt x="856745" y="9509"/>
                </a:lnTo>
                <a:lnTo>
                  <a:pt x="862660" y="18419"/>
                </a:lnTo>
                <a:lnTo>
                  <a:pt x="864809" y="29212"/>
                </a:lnTo>
                <a:lnTo>
                  <a:pt x="862643" y="39929"/>
                </a:lnTo>
                <a:lnTo>
                  <a:pt x="862574" y="40271"/>
                </a:lnTo>
                <a:lnTo>
                  <a:pt x="856517" y="49219"/>
                </a:lnTo>
                <a:lnTo>
                  <a:pt x="847607" y="55315"/>
                </a:lnTo>
                <a:lnTo>
                  <a:pt x="836814" y="57816"/>
                </a:lnTo>
                <a:close/>
              </a:path>
              <a:path w="1134109" h="60325">
                <a:moveTo>
                  <a:pt x="971921" y="57207"/>
                </a:moveTo>
                <a:lnTo>
                  <a:pt x="960776" y="54621"/>
                </a:lnTo>
                <a:lnTo>
                  <a:pt x="951685" y="48383"/>
                </a:lnTo>
                <a:lnTo>
                  <a:pt x="945561" y="39406"/>
                </a:lnTo>
                <a:lnTo>
                  <a:pt x="943317" y="28603"/>
                </a:lnTo>
                <a:lnTo>
                  <a:pt x="945416" y="17810"/>
                </a:lnTo>
                <a:lnTo>
                  <a:pt x="945466" y="17554"/>
                </a:lnTo>
                <a:lnTo>
                  <a:pt x="951381" y="8672"/>
                </a:lnTo>
                <a:lnTo>
                  <a:pt x="960263" y="2757"/>
                </a:lnTo>
                <a:lnTo>
                  <a:pt x="971312" y="608"/>
                </a:lnTo>
                <a:lnTo>
                  <a:pt x="981948" y="2757"/>
                </a:lnTo>
                <a:lnTo>
                  <a:pt x="982245" y="2757"/>
                </a:lnTo>
                <a:lnTo>
                  <a:pt x="991320" y="8900"/>
                </a:lnTo>
                <a:lnTo>
                  <a:pt x="997415" y="17810"/>
                </a:lnTo>
                <a:lnTo>
                  <a:pt x="999916" y="28603"/>
                </a:lnTo>
                <a:lnTo>
                  <a:pt x="997733" y="39406"/>
                </a:lnTo>
                <a:lnTo>
                  <a:pt x="997681" y="39663"/>
                </a:lnTo>
                <a:lnTo>
                  <a:pt x="991624" y="48611"/>
                </a:lnTo>
                <a:lnTo>
                  <a:pt x="982839" y="54621"/>
                </a:lnTo>
                <a:lnTo>
                  <a:pt x="983083" y="54621"/>
                </a:lnTo>
                <a:lnTo>
                  <a:pt x="971921" y="57207"/>
                </a:lnTo>
                <a:close/>
              </a:path>
              <a:path w="1134109" h="60325">
                <a:moveTo>
                  <a:pt x="1105811" y="55990"/>
                </a:moveTo>
                <a:lnTo>
                  <a:pt x="1105203" y="55990"/>
                </a:lnTo>
                <a:lnTo>
                  <a:pt x="1094761" y="53755"/>
                </a:lnTo>
                <a:lnTo>
                  <a:pt x="1086032" y="47698"/>
                </a:lnTo>
                <a:lnTo>
                  <a:pt x="1080041" y="38788"/>
                </a:lnTo>
                <a:lnTo>
                  <a:pt x="1077816" y="27995"/>
                </a:lnTo>
                <a:lnTo>
                  <a:pt x="1080051" y="16945"/>
                </a:lnTo>
                <a:lnTo>
                  <a:pt x="1086108" y="8063"/>
                </a:lnTo>
                <a:lnTo>
                  <a:pt x="1095018" y="2149"/>
                </a:lnTo>
                <a:lnTo>
                  <a:pt x="1105811" y="0"/>
                </a:lnTo>
                <a:lnTo>
                  <a:pt x="1116604" y="2149"/>
                </a:lnTo>
                <a:lnTo>
                  <a:pt x="1125514" y="8063"/>
                </a:lnTo>
                <a:lnTo>
                  <a:pt x="1131572" y="16945"/>
                </a:lnTo>
                <a:lnTo>
                  <a:pt x="1133806" y="27995"/>
                </a:lnTo>
                <a:lnTo>
                  <a:pt x="1131624" y="38788"/>
                </a:lnTo>
                <a:lnTo>
                  <a:pt x="1131572" y="39044"/>
                </a:lnTo>
                <a:lnTo>
                  <a:pt x="1125514" y="47926"/>
                </a:lnTo>
                <a:lnTo>
                  <a:pt x="1116733" y="53755"/>
                </a:lnTo>
                <a:lnTo>
                  <a:pt x="1117034" y="53755"/>
                </a:lnTo>
                <a:lnTo>
                  <a:pt x="1105811" y="5599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249583" y="8774313"/>
            <a:ext cx="38735" cy="56515"/>
          </a:xfrm>
          <a:custGeom>
            <a:avLst/>
            <a:gdLst/>
            <a:ahLst/>
            <a:cxnLst/>
            <a:rect l="l" t="t" r="r" b="b"/>
            <a:pathLst>
              <a:path w="38734" h="56515">
                <a:moveTo>
                  <a:pt x="35906" y="56446"/>
                </a:moveTo>
                <a:lnTo>
                  <a:pt x="21300" y="56446"/>
                </a:lnTo>
                <a:lnTo>
                  <a:pt x="13997" y="53403"/>
                </a:lnTo>
                <a:lnTo>
                  <a:pt x="7303" y="46709"/>
                </a:lnTo>
                <a:lnTo>
                  <a:pt x="6086" y="44883"/>
                </a:lnTo>
                <a:lnTo>
                  <a:pt x="3651" y="42449"/>
                </a:lnTo>
                <a:lnTo>
                  <a:pt x="0" y="31494"/>
                </a:lnTo>
                <a:lnTo>
                  <a:pt x="0" y="20539"/>
                </a:lnTo>
                <a:lnTo>
                  <a:pt x="3042" y="13236"/>
                </a:lnTo>
                <a:lnTo>
                  <a:pt x="8520" y="7759"/>
                </a:lnTo>
                <a:lnTo>
                  <a:pt x="17877" y="1939"/>
                </a:lnTo>
                <a:lnTo>
                  <a:pt x="28603" y="0"/>
                </a:lnTo>
                <a:lnTo>
                  <a:pt x="38416" y="1774"/>
                </a:lnTo>
                <a:lnTo>
                  <a:pt x="38416" y="55401"/>
                </a:lnTo>
                <a:lnTo>
                  <a:pt x="35906" y="56446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901551" y="8930113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35906" y="56446"/>
                </a:moveTo>
                <a:lnTo>
                  <a:pt x="27995" y="56446"/>
                </a:lnTo>
                <a:lnTo>
                  <a:pt x="20692" y="56446"/>
                </a:lnTo>
                <a:lnTo>
                  <a:pt x="13389" y="53403"/>
                </a:lnTo>
                <a:lnTo>
                  <a:pt x="2434" y="42449"/>
                </a:lnTo>
                <a:lnTo>
                  <a:pt x="0" y="35146"/>
                </a:lnTo>
                <a:lnTo>
                  <a:pt x="0" y="20539"/>
                </a:lnTo>
                <a:lnTo>
                  <a:pt x="3042" y="13236"/>
                </a:lnTo>
                <a:lnTo>
                  <a:pt x="8520" y="7759"/>
                </a:lnTo>
                <a:lnTo>
                  <a:pt x="17611" y="1939"/>
                </a:lnTo>
                <a:lnTo>
                  <a:pt x="28299" y="0"/>
                </a:lnTo>
                <a:lnTo>
                  <a:pt x="38987" y="1939"/>
                </a:lnTo>
                <a:lnTo>
                  <a:pt x="48078" y="7759"/>
                </a:lnTo>
                <a:lnTo>
                  <a:pt x="53556" y="13236"/>
                </a:lnTo>
                <a:lnTo>
                  <a:pt x="55990" y="20539"/>
                </a:lnTo>
                <a:lnTo>
                  <a:pt x="55990" y="35146"/>
                </a:lnTo>
                <a:lnTo>
                  <a:pt x="52947" y="42449"/>
                </a:lnTo>
                <a:lnTo>
                  <a:pt x="47470" y="47926"/>
                </a:lnTo>
                <a:lnTo>
                  <a:pt x="43210" y="53403"/>
                </a:lnTo>
                <a:lnTo>
                  <a:pt x="35906" y="56446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900943" y="9070697"/>
            <a:ext cx="57150" cy="56515"/>
          </a:xfrm>
          <a:custGeom>
            <a:avLst/>
            <a:gdLst/>
            <a:ahLst/>
            <a:cxnLst/>
            <a:rect l="l" t="t" r="r" b="b"/>
            <a:pathLst>
              <a:path w="57150" h="56515">
                <a:moveTo>
                  <a:pt x="35298" y="56446"/>
                </a:moveTo>
                <a:lnTo>
                  <a:pt x="27995" y="56446"/>
                </a:lnTo>
                <a:lnTo>
                  <a:pt x="20692" y="56446"/>
                </a:lnTo>
                <a:lnTo>
                  <a:pt x="13389" y="53403"/>
                </a:lnTo>
                <a:lnTo>
                  <a:pt x="2434" y="42449"/>
                </a:lnTo>
                <a:lnTo>
                  <a:pt x="0" y="35146"/>
                </a:lnTo>
                <a:lnTo>
                  <a:pt x="0" y="24191"/>
                </a:lnTo>
                <a:lnTo>
                  <a:pt x="1217" y="20539"/>
                </a:lnTo>
                <a:lnTo>
                  <a:pt x="1217" y="18714"/>
                </a:lnTo>
                <a:lnTo>
                  <a:pt x="2434" y="16888"/>
                </a:lnTo>
                <a:lnTo>
                  <a:pt x="3042" y="15062"/>
                </a:lnTo>
                <a:lnTo>
                  <a:pt x="4260" y="13236"/>
                </a:lnTo>
                <a:lnTo>
                  <a:pt x="4868" y="12019"/>
                </a:lnTo>
                <a:lnTo>
                  <a:pt x="6085" y="10802"/>
                </a:lnTo>
                <a:lnTo>
                  <a:pt x="7303" y="8976"/>
                </a:lnTo>
                <a:lnTo>
                  <a:pt x="8520" y="7759"/>
                </a:lnTo>
                <a:lnTo>
                  <a:pt x="17611" y="1939"/>
                </a:lnTo>
                <a:lnTo>
                  <a:pt x="28299" y="0"/>
                </a:lnTo>
                <a:lnTo>
                  <a:pt x="38987" y="1939"/>
                </a:lnTo>
                <a:lnTo>
                  <a:pt x="48078" y="7759"/>
                </a:lnTo>
                <a:lnTo>
                  <a:pt x="49295" y="8976"/>
                </a:lnTo>
                <a:lnTo>
                  <a:pt x="50513" y="10802"/>
                </a:lnTo>
                <a:lnTo>
                  <a:pt x="52947" y="13236"/>
                </a:lnTo>
                <a:lnTo>
                  <a:pt x="56599" y="24191"/>
                </a:lnTo>
                <a:lnTo>
                  <a:pt x="56599" y="35146"/>
                </a:lnTo>
                <a:lnTo>
                  <a:pt x="53556" y="42449"/>
                </a:lnTo>
                <a:lnTo>
                  <a:pt x="42601" y="53403"/>
                </a:lnTo>
                <a:lnTo>
                  <a:pt x="35298" y="56446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27531" y="8844149"/>
            <a:ext cx="1260469" cy="1442850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16899117" y="9230034"/>
            <a:ext cx="57785" cy="57150"/>
          </a:xfrm>
          <a:custGeom>
            <a:avLst/>
            <a:gdLst/>
            <a:ahLst/>
            <a:cxnLst/>
            <a:rect l="l" t="t" r="r" b="b"/>
            <a:pathLst>
              <a:path w="57784" h="57150">
                <a:moveTo>
                  <a:pt x="32255" y="56561"/>
                </a:moveTo>
                <a:lnTo>
                  <a:pt x="28603" y="56561"/>
                </a:lnTo>
                <a:lnTo>
                  <a:pt x="21300" y="56561"/>
                </a:lnTo>
                <a:lnTo>
                  <a:pt x="13997" y="53518"/>
                </a:lnTo>
                <a:lnTo>
                  <a:pt x="7303" y="46823"/>
                </a:lnTo>
                <a:lnTo>
                  <a:pt x="6085" y="44997"/>
                </a:lnTo>
                <a:lnTo>
                  <a:pt x="3651" y="42563"/>
                </a:lnTo>
                <a:lnTo>
                  <a:pt x="0" y="31608"/>
                </a:lnTo>
                <a:lnTo>
                  <a:pt x="0" y="24305"/>
                </a:lnTo>
                <a:lnTo>
                  <a:pt x="1217" y="20654"/>
                </a:lnTo>
                <a:lnTo>
                  <a:pt x="1217" y="18828"/>
                </a:lnTo>
                <a:lnTo>
                  <a:pt x="2434" y="17002"/>
                </a:lnTo>
                <a:lnTo>
                  <a:pt x="3042" y="15176"/>
                </a:lnTo>
                <a:lnTo>
                  <a:pt x="4260" y="13350"/>
                </a:lnTo>
                <a:lnTo>
                  <a:pt x="4868" y="12133"/>
                </a:lnTo>
                <a:lnTo>
                  <a:pt x="6085" y="10916"/>
                </a:lnTo>
                <a:lnTo>
                  <a:pt x="7303" y="9090"/>
                </a:lnTo>
                <a:lnTo>
                  <a:pt x="8520" y="7873"/>
                </a:lnTo>
                <a:lnTo>
                  <a:pt x="14054" y="3651"/>
                </a:lnTo>
                <a:lnTo>
                  <a:pt x="20387" y="1026"/>
                </a:lnTo>
                <a:lnTo>
                  <a:pt x="27177" y="0"/>
                </a:lnTo>
                <a:lnTo>
                  <a:pt x="34081" y="570"/>
                </a:lnTo>
                <a:lnTo>
                  <a:pt x="35906" y="570"/>
                </a:lnTo>
                <a:lnTo>
                  <a:pt x="37732" y="1179"/>
                </a:lnTo>
                <a:lnTo>
                  <a:pt x="39558" y="2396"/>
                </a:lnTo>
                <a:lnTo>
                  <a:pt x="41384" y="3004"/>
                </a:lnTo>
                <a:lnTo>
                  <a:pt x="43210" y="4222"/>
                </a:lnTo>
                <a:lnTo>
                  <a:pt x="44427" y="4830"/>
                </a:lnTo>
                <a:lnTo>
                  <a:pt x="46252" y="6047"/>
                </a:lnTo>
                <a:lnTo>
                  <a:pt x="49904" y="9699"/>
                </a:lnTo>
                <a:lnTo>
                  <a:pt x="51121" y="11525"/>
                </a:lnTo>
                <a:lnTo>
                  <a:pt x="53556" y="13959"/>
                </a:lnTo>
                <a:lnTo>
                  <a:pt x="57207" y="24914"/>
                </a:lnTo>
                <a:lnTo>
                  <a:pt x="57207" y="32217"/>
                </a:lnTo>
                <a:lnTo>
                  <a:pt x="54164" y="41346"/>
                </a:lnTo>
                <a:lnTo>
                  <a:pt x="52947" y="43172"/>
                </a:lnTo>
                <a:lnTo>
                  <a:pt x="52338" y="44389"/>
                </a:lnTo>
                <a:lnTo>
                  <a:pt x="51121" y="46215"/>
                </a:lnTo>
                <a:lnTo>
                  <a:pt x="47470" y="49866"/>
                </a:lnTo>
                <a:lnTo>
                  <a:pt x="45644" y="51083"/>
                </a:lnTo>
                <a:lnTo>
                  <a:pt x="43210" y="53518"/>
                </a:lnTo>
                <a:lnTo>
                  <a:pt x="35906" y="55952"/>
                </a:lnTo>
                <a:lnTo>
                  <a:pt x="34081" y="55952"/>
                </a:lnTo>
                <a:lnTo>
                  <a:pt x="32255" y="56561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897900" y="937984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5906" y="57074"/>
                </a:moveTo>
                <a:lnTo>
                  <a:pt x="28603" y="57074"/>
                </a:lnTo>
                <a:lnTo>
                  <a:pt x="24952" y="57074"/>
                </a:lnTo>
                <a:lnTo>
                  <a:pt x="15823" y="54031"/>
                </a:lnTo>
                <a:lnTo>
                  <a:pt x="14606" y="52814"/>
                </a:lnTo>
                <a:lnTo>
                  <a:pt x="12780" y="52205"/>
                </a:lnTo>
                <a:lnTo>
                  <a:pt x="11563" y="50988"/>
                </a:lnTo>
                <a:lnTo>
                  <a:pt x="9737" y="49771"/>
                </a:lnTo>
                <a:lnTo>
                  <a:pt x="7303" y="47337"/>
                </a:lnTo>
                <a:lnTo>
                  <a:pt x="6085" y="45511"/>
                </a:lnTo>
                <a:lnTo>
                  <a:pt x="3651" y="43077"/>
                </a:lnTo>
                <a:lnTo>
                  <a:pt x="0" y="32122"/>
                </a:lnTo>
                <a:lnTo>
                  <a:pt x="0" y="21167"/>
                </a:lnTo>
                <a:lnTo>
                  <a:pt x="3042" y="13864"/>
                </a:lnTo>
                <a:lnTo>
                  <a:pt x="9737" y="7170"/>
                </a:lnTo>
                <a:lnTo>
                  <a:pt x="11563" y="5952"/>
                </a:lnTo>
                <a:lnTo>
                  <a:pt x="12780" y="4735"/>
                </a:lnTo>
                <a:lnTo>
                  <a:pt x="14606" y="3518"/>
                </a:lnTo>
                <a:lnTo>
                  <a:pt x="15823" y="2909"/>
                </a:lnTo>
                <a:lnTo>
                  <a:pt x="23126" y="475"/>
                </a:lnTo>
                <a:lnTo>
                  <a:pt x="30030" y="0"/>
                </a:lnTo>
                <a:lnTo>
                  <a:pt x="36819" y="1236"/>
                </a:lnTo>
                <a:lnTo>
                  <a:pt x="43152" y="4069"/>
                </a:lnTo>
                <a:lnTo>
                  <a:pt x="48687" y="8387"/>
                </a:lnTo>
                <a:lnTo>
                  <a:pt x="54164" y="13864"/>
                </a:lnTo>
                <a:lnTo>
                  <a:pt x="56599" y="21167"/>
                </a:lnTo>
                <a:lnTo>
                  <a:pt x="56599" y="32122"/>
                </a:lnTo>
                <a:lnTo>
                  <a:pt x="53556" y="41251"/>
                </a:lnTo>
                <a:lnTo>
                  <a:pt x="52338" y="43076"/>
                </a:lnTo>
                <a:lnTo>
                  <a:pt x="51730" y="44294"/>
                </a:lnTo>
                <a:lnTo>
                  <a:pt x="50513" y="46119"/>
                </a:lnTo>
                <a:lnTo>
                  <a:pt x="48078" y="48554"/>
                </a:lnTo>
                <a:lnTo>
                  <a:pt x="43210" y="54031"/>
                </a:lnTo>
                <a:lnTo>
                  <a:pt x="35906" y="57074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897291" y="9539161"/>
            <a:ext cx="57150" cy="57785"/>
          </a:xfrm>
          <a:custGeom>
            <a:avLst/>
            <a:gdLst/>
            <a:ahLst/>
            <a:cxnLst/>
            <a:rect l="l" t="t" r="r" b="b"/>
            <a:pathLst>
              <a:path w="57150" h="57784">
                <a:moveTo>
                  <a:pt x="31646" y="57207"/>
                </a:moveTo>
                <a:lnTo>
                  <a:pt x="27995" y="57207"/>
                </a:lnTo>
                <a:lnTo>
                  <a:pt x="24343" y="57207"/>
                </a:lnTo>
                <a:lnTo>
                  <a:pt x="15214" y="54164"/>
                </a:lnTo>
                <a:lnTo>
                  <a:pt x="13997" y="52947"/>
                </a:lnTo>
                <a:lnTo>
                  <a:pt x="12171" y="52338"/>
                </a:lnTo>
                <a:lnTo>
                  <a:pt x="10954" y="51121"/>
                </a:lnTo>
                <a:lnTo>
                  <a:pt x="9128" y="49904"/>
                </a:lnTo>
                <a:lnTo>
                  <a:pt x="2434" y="43210"/>
                </a:lnTo>
                <a:lnTo>
                  <a:pt x="0" y="35906"/>
                </a:lnTo>
                <a:lnTo>
                  <a:pt x="0" y="21300"/>
                </a:lnTo>
                <a:lnTo>
                  <a:pt x="3042" y="13997"/>
                </a:lnTo>
                <a:lnTo>
                  <a:pt x="9737" y="7303"/>
                </a:lnTo>
                <a:lnTo>
                  <a:pt x="11563" y="6085"/>
                </a:lnTo>
                <a:lnTo>
                  <a:pt x="12780" y="4868"/>
                </a:lnTo>
                <a:lnTo>
                  <a:pt x="14606" y="3651"/>
                </a:lnTo>
                <a:lnTo>
                  <a:pt x="15823" y="3042"/>
                </a:lnTo>
                <a:lnTo>
                  <a:pt x="23126" y="608"/>
                </a:lnTo>
                <a:lnTo>
                  <a:pt x="26778" y="0"/>
                </a:lnTo>
                <a:lnTo>
                  <a:pt x="30429" y="0"/>
                </a:lnTo>
                <a:lnTo>
                  <a:pt x="34081" y="608"/>
                </a:lnTo>
                <a:lnTo>
                  <a:pt x="35906" y="608"/>
                </a:lnTo>
                <a:lnTo>
                  <a:pt x="37732" y="1217"/>
                </a:lnTo>
                <a:lnTo>
                  <a:pt x="39558" y="2434"/>
                </a:lnTo>
                <a:lnTo>
                  <a:pt x="41384" y="3042"/>
                </a:lnTo>
                <a:lnTo>
                  <a:pt x="42601" y="4260"/>
                </a:lnTo>
                <a:lnTo>
                  <a:pt x="44427" y="4868"/>
                </a:lnTo>
                <a:lnTo>
                  <a:pt x="46252" y="6085"/>
                </a:lnTo>
                <a:lnTo>
                  <a:pt x="54164" y="13997"/>
                </a:lnTo>
                <a:lnTo>
                  <a:pt x="56599" y="21300"/>
                </a:lnTo>
                <a:lnTo>
                  <a:pt x="56599" y="35906"/>
                </a:lnTo>
                <a:lnTo>
                  <a:pt x="53556" y="43210"/>
                </a:lnTo>
                <a:lnTo>
                  <a:pt x="46861" y="49904"/>
                </a:lnTo>
                <a:lnTo>
                  <a:pt x="45035" y="51121"/>
                </a:lnTo>
                <a:lnTo>
                  <a:pt x="42601" y="53556"/>
                </a:lnTo>
                <a:lnTo>
                  <a:pt x="31646" y="57207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896074" y="9709110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35906" y="56446"/>
                </a:moveTo>
                <a:lnTo>
                  <a:pt x="27995" y="56446"/>
                </a:lnTo>
                <a:lnTo>
                  <a:pt x="20692" y="56446"/>
                </a:lnTo>
                <a:lnTo>
                  <a:pt x="13389" y="53403"/>
                </a:lnTo>
                <a:lnTo>
                  <a:pt x="2434" y="42449"/>
                </a:lnTo>
                <a:lnTo>
                  <a:pt x="0" y="35146"/>
                </a:lnTo>
                <a:lnTo>
                  <a:pt x="0" y="20540"/>
                </a:lnTo>
                <a:lnTo>
                  <a:pt x="3042" y="13236"/>
                </a:lnTo>
                <a:lnTo>
                  <a:pt x="8520" y="7759"/>
                </a:lnTo>
                <a:lnTo>
                  <a:pt x="17611" y="1939"/>
                </a:lnTo>
                <a:lnTo>
                  <a:pt x="28299" y="0"/>
                </a:lnTo>
                <a:lnTo>
                  <a:pt x="38987" y="1939"/>
                </a:lnTo>
                <a:lnTo>
                  <a:pt x="48078" y="7759"/>
                </a:lnTo>
                <a:lnTo>
                  <a:pt x="53556" y="13236"/>
                </a:lnTo>
                <a:lnTo>
                  <a:pt x="55990" y="20540"/>
                </a:lnTo>
                <a:lnTo>
                  <a:pt x="55990" y="35146"/>
                </a:lnTo>
                <a:lnTo>
                  <a:pt x="52947" y="42449"/>
                </a:lnTo>
                <a:lnTo>
                  <a:pt x="47470" y="47926"/>
                </a:lnTo>
                <a:lnTo>
                  <a:pt x="43210" y="53403"/>
                </a:lnTo>
                <a:lnTo>
                  <a:pt x="35906" y="56446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6894857" y="9877063"/>
            <a:ext cx="57785" cy="57150"/>
          </a:xfrm>
          <a:custGeom>
            <a:avLst/>
            <a:gdLst/>
            <a:ahLst/>
            <a:cxnLst/>
            <a:rect l="l" t="t" r="r" b="b"/>
            <a:pathLst>
              <a:path w="57784" h="57150">
                <a:moveTo>
                  <a:pt x="35906" y="57074"/>
                </a:moveTo>
                <a:lnTo>
                  <a:pt x="27995" y="57074"/>
                </a:lnTo>
                <a:lnTo>
                  <a:pt x="24343" y="57074"/>
                </a:lnTo>
                <a:lnTo>
                  <a:pt x="15214" y="54031"/>
                </a:lnTo>
                <a:lnTo>
                  <a:pt x="13389" y="52814"/>
                </a:lnTo>
                <a:lnTo>
                  <a:pt x="12171" y="52205"/>
                </a:lnTo>
                <a:lnTo>
                  <a:pt x="10954" y="50988"/>
                </a:lnTo>
                <a:lnTo>
                  <a:pt x="9128" y="49771"/>
                </a:lnTo>
                <a:lnTo>
                  <a:pt x="2434" y="43077"/>
                </a:lnTo>
                <a:lnTo>
                  <a:pt x="0" y="35773"/>
                </a:lnTo>
                <a:lnTo>
                  <a:pt x="0" y="21167"/>
                </a:lnTo>
                <a:lnTo>
                  <a:pt x="3042" y="13864"/>
                </a:lnTo>
                <a:lnTo>
                  <a:pt x="9737" y="7170"/>
                </a:lnTo>
                <a:lnTo>
                  <a:pt x="11563" y="5952"/>
                </a:lnTo>
                <a:lnTo>
                  <a:pt x="13997" y="3518"/>
                </a:lnTo>
                <a:lnTo>
                  <a:pt x="23126" y="475"/>
                </a:lnTo>
                <a:lnTo>
                  <a:pt x="30030" y="0"/>
                </a:lnTo>
                <a:lnTo>
                  <a:pt x="36819" y="1236"/>
                </a:lnTo>
                <a:lnTo>
                  <a:pt x="43152" y="4069"/>
                </a:lnTo>
                <a:lnTo>
                  <a:pt x="48687" y="8387"/>
                </a:lnTo>
                <a:lnTo>
                  <a:pt x="49904" y="9604"/>
                </a:lnTo>
                <a:lnTo>
                  <a:pt x="51121" y="11430"/>
                </a:lnTo>
                <a:lnTo>
                  <a:pt x="53556" y="13864"/>
                </a:lnTo>
                <a:lnTo>
                  <a:pt x="57207" y="24819"/>
                </a:lnTo>
                <a:lnTo>
                  <a:pt x="57207" y="35773"/>
                </a:lnTo>
                <a:lnTo>
                  <a:pt x="54164" y="43076"/>
                </a:lnTo>
                <a:lnTo>
                  <a:pt x="43210" y="54031"/>
                </a:lnTo>
                <a:lnTo>
                  <a:pt x="35906" y="57074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6893640" y="10046118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4" h="57784">
                <a:moveTo>
                  <a:pt x="35906" y="57207"/>
                </a:moveTo>
                <a:lnTo>
                  <a:pt x="28603" y="57207"/>
                </a:lnTo>
                <a:lnTo>
                  <a:pt x="21300" y="57207"/>
                </a:lnTo>
                <a:lnTo>
                  <a:pt x="13997" y="54164"/>
                </a:lnTo>
                <a:lnTo>
                  <a:pt x="7303" y="47470"/>
                </a:lnTo>
                <a:lnTo>
                  <a:pt x="6085" y="45644"/>
                </a:lnTo>
                <a:lnTo>
                  <a:pt x="3651" y="43210"/>
                </a:lnTo>
                <a:lnTo>
                  <a:pt x="0" y="32255"/>
                </a:lnTo>
                <a:lnTo>
                  <a:pt x="0" y="24952"/>
                </a:lnTo>
                <a:lnTo>
                  <a:pt x="1217" y="21300"/>
                </a:lnTo>
                <a:lnTo>
                  <a:pt x="1217" y="19474"/>
                </a:lnTo>
                <a:lnTo>
                  <a:pt x="2434" y="17649"/>
                </a:lnTo>
                <a:lnTo>
                  <a:pt x="3042" y="15823"/>
                </a:lnTo>
                <a:lnTo>
                  <a:pt x="4260" y="13997"/>
                </a:lnTo>
                <a:lnTo>
                  <a:pt x="4868" y="12780"/>
                </a:lnTo>
                <a:lnTo>
                  <a:pt x="6085" y="11563"/>
                </a:lnTo>
                <a:lnTo>
                  <a:pt x="7303" y="9737"/>
                </a:lnTo>
                <a:lnTo>
                  <a:pt x="9737" y="7303"/>
                </a:lnTo>
                <a:lnTo>
                  <a:pt x="11563" y="6086"/>
                </a:lnTo>
                <a:lnTo>
                  <a:pt x="12780" y="4868"/>
                </a:lnTo>
                <a:lnTo>
                  <a:pt x="14606" y="3651"/>
                </a:lnTo>
                <a:lnTo>
                  <a:pt x="15823" y="3042"/>
                </a:lnTo>
                <a:lnTo>
                  <a:pt x="23126" y="608"/>
                </a:lnTo>
                <a:lnTo>
                  <a:pt x="26778" y="0"/>
                </a:lnTo>
                <a:lnTo>
                  <a:pt x="30429" y="0"/>
                </a:lnTo>
                <a:lnTo>
                  <a:pt x="34081" y="608"/>
                </a:lnTo>
                <a:lnTo>
                  <a:pt x="35906" y="608"/>
                </a:lnTo>
                <a:lnTo>
                  <a:pt x="37732" y="1217"/>
                </a:lnTo>
                <a:lnTo>
                  <a:pt x="39558" y="2434"/>
                </a:lnTo>
                <a:lnTo>
                  <a:pt x="41384" y="3043"/>
                </a:lnTo>
                <a:lnTo>
                  <a:pt x="42601" y="4260"/>
                </a:lnTo>
                <a:lnTo>
                  <a:pt x="44427" y="4868"/>
                </a:lnTo>
                <a:lnTo>
                  <a:pt x="46252" y="6085"/>
                </a:lnTo>
                <a:lnTo>
                  <a:pt x="49904" y="9737"/>
                </a:lnTo>
                <a:lnTo>
                  <a:pt x="51121" y="11563"/>
                </a:lnTo>
                <a:lnTo>
                  <a:pt x="53556" y="13997"/>
                </a:lnTo>
                <a:lnTo>
                  <a:pt x="57207" y="24952"/>
                </a:lnTo>
                <a:lnTo>
                  <a:pt x="57207" y="32255"/>
                </a:lnTo>
                <a:lnTo>
                  <a:pt x="54164" y="41384"/>
                </a:lnTo>
                <a:lnTo>
                  <a:pt x="52947" y="43210"/>
                </a:lnTo>
                <a:lnTo>
                  <a:pt x="52338" y="44427"/>
                </a:lnTo>
                <a:lnTo>
                  <a:pt x="51121" y="46252"/>
                </a:lnTo>
                <a:lnTo>
                  <a:pt x="43210" y="54164"/>
                </a:lnTo>
                <a:lnTo>
                  <a:pt x="35906" y="57207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892423" y="10195831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4" h="57784">
                <a:moveTo>
                  <a:pt x="35906" y="57207"/>
                </a:moveTo>
                <a:lnTo>
                  <a:pt x="28603" y="57207"/>
                </a:lnTo>
                <a:lnTo>
                  <a:pt x="21300" y="57207"/>
                </a:lnTo>
                <a:lnTo>
                  <a:pt x="13997" y="54164"/>
                </a:lnTo>
                <a:lnTo>
                  <a:pt x="7303" y="47470"/>
                </a:lnTo>
                <a:lnTo>
                  <a:pt x="6085" y="45644"/>
                </a:lnTo>
                <a:lnTo>
                  <a:pt x="3651" y="43209"/>
                </a:lnTo>
                <a:lnTo>
                  <a:pt x="0" y="32255"/>
                </a:lnTo>
                <a:lnTo>
                  <a:pt x="0" y="24952"/>
                </a:lnTo>
                <a:lnTo>
                  <a:pt x="1217" y="21300"/>
                </a:lnTo>
                <a:lnTo>
                  <a:pt x="1217" y="19474"/>
                </a:lnTo>
                <a:lnTo>
                  <a:pt x="2434" y="17649"/>
                </a:lnTo>
                <a:lnTo>
                  <a:pt x="3042" y="15823"/>
                </a:lnTo>
                <a:lnTo>
                  <a:pt x="4260" y="13997"/>
                </a:lnTo>
                <a:lnTo>
                  <a:pt x="4868" y="12780"/>
                </a:lnTo>
                <a:lnTo>
                  <a:pt x="6085" y="11563"/>
                </a:lnTo>
                <a:lnTo>
                  <a:pt x="7303" y="9737"/>
                </a:lnTo>
                <a:lnTo>
                  <a:pt x="9737" y="7303"/>
                </a:lnTo>
                <a:lnTo>
                  <a:pt x="11563" y="6085"/>
                </a:lnTo>
                <a:lnTo>
                  <a:pt x="12780" y="4868"/>
                </a:lnTo>
                <a:lnTo>
                  <a:pt x="14606" y="3651"/>
                </a:lnTo>
                <a:lnTo>
                  <a:pt x="15823" y="3042"/>
                </a:lnTo>
                <a:lnTo>
                  <a:pt x="23126" y="608"/>
                </a:lnTo>
                <a:lnTo>
                  <a:pt x="26778" y="0"/>
                </a:lnTo>
                <a:lnTo>
                  <a:pt x="30429" y="0"/>
                </a:lnTo>
                <a:lnTo>
                  <a:pt x="34081" y="608"/>
                </a:lnTo>
                <a:lnTo>
                  <a:pt x="35906" y="608"/>
                </a:lnTo>
                <a:lnTo>
                  <a:pt x="37732" y="1217"/>
                </a:lnTo>
                <a:lnTo>
                  <a:pt x="39558" y="2434"/>
                </a:lnTo>
                <a:lnTo>
                  <a:pt x="41384" y="3043"/>
                </a:lnTo>
                <a:lnTo>
                  <a:pt x="42601" y="4260"/>
                </a:lnTo>
                <a:lnTo>
                  <a:pt x="44427" y="4868"/>
                </a:lnTo>
                <a:lnTo>
                  <a:pt x="46252" y="6085"/>
                </a:lnTo>
                <a:lnTo>
                  <a:pt x="49904" y="9737"/>
                </a:lnTo>
                <a:lnTo>
                  <a:pt x="51121" y="11563"/>
                </a:lnTo>
                <a:lnTo>
                  <a:pt x="53556" y="13997"/>
                </a:lnTo>
                <a:lnTo>
                  <a:pt x="57207" y="24952"/>
                </a:lnTo>
                <a:lnTo>
                  <a:pt x="57207" y="32255"/>
                </a:lnTo>
                <a:lnTo>
                  <a:pt x="54164" y="41384"/>
                </a:lnTo>
                <a:lnTo>
                  <a:pt x="52947" y="43209"/>
                </a:lnTo>
                <a:lnTo>
                  <a:pt x="52338" y="44427"/>
                </a:lnTo>
                <a:lnTo>
                  <a:pt x="51121" y="46252"/>
                </a:lnTo>
                <a:lnTo>
                  <a:pt x="48687" y="48687"/>
                </a:lnTo>
                <a:lnTo>
                  <a:pt x="43210" y="54773"/>
                </a:lnTo>
                <a:lnTo>
                  <a:pt x="35906" y="57207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0" y="0"/>
            <a:ext cx="1493520" cy="2545080"/>
          </a:xfrm>
          <a:custGeom>
            <a:avLst/>
            <a:gdLst/>
            <a:ahLst/>
            <a:cxnLst/>
            <a:rect l="l" t="t" r="r" b="b"/>
            <a:pathLst>
              <a:path w="1493520" h="2545080">
                <a:moveTo>
                  <a:pt x="0" y="2545023"/>
                </a:moveTo>
                <a:lnTo>
                  <a:pt x="51257" y="2537600"/>
                </a:lnTo>
                <a:lnTo>
                  <a:pt x="92714" y="2530407"/>
                </a:lnTo>
                <a:lnTo>
                  <a:pt x="133987" y="2522197"/>
                </a:lnTo>
                <a:lnTo>
                  <a:pt x="175041" y="2512978"/>
                </a:lnTo>
                <a:lnTo>
                  <a:pt x="215862" y="2502753"/>
                </a:lnTo>
                <a:lnTo>
                  <a:pt x="256414" y="2491531"/>
                </a:lnTo>
                <a:lnTo>
                  <a:pt x="296684" y="2479315"/>
                </a:lnTo>
                <a:lnTo>
                  <a:pt x="336637" y="2466117"/>
                </a:lnTo>
                <a:lnTo>
                  <a:pt x="376259" y="2451940"/>
                </a:lnTo>
                <a:lnTo>
                  <a:pt x="415515" y="2436797"/>
                </a:lnTo>
                <a:lnTo>
                  <a:pt x="454394" y="2420692"/>
                </a:lnTo>
                <a:lnTo>
                  <a:pt x="492860" y="2403641"/>
                </a:lnTo>
                <a:lnTo>
                  <a:pt x="530902" y="2385649"/>
                </a:lnTo>
                <a:lnTo>
                  <a:pt x="568486" y="2366731"/>
                </a:lnTo>
                <a:lnTo>
                  <a:pt x="605599" y="2346893"/>
                </a:lnTo>
                <a:lnTo>
                  <a:pt x="642208" y="2326154"/>
                </a:lnTo>
                <a:lnTo>
                  <a:pt x="678304" y="2304520"/>
                </a:lnTo>
                <a:lnTo>
                  <a:pt x="713852" y="2282009"/>
                </a:lnTo>
                <a:lnTo>
                  <a:pt x="748842" y="2258629"/>
                </a:lnTo>
                <a:lnTo>
                  <a:pt x="783242" y="2234402"/>
                </a:lnTo>
                <a:lnTo>
                  <a:pt x="817043" y="2209334"/>
                </a:lnTo>
                <a:lnTo>
                  <a:pt x="850213" y="2183448"/>
                </a:lnTo>
                <a:lnTo>
                  <a:pt x="882743" y="2156751"/>
                </a:lnTo>
                <a:lnTo>
                  <a:pt x="914604" y="2129268"/>
                </a:lnTo>
                <a:lnTo>
                  <a:pt x="945785" y="2101007"/>
                </a:lnTo>
                <a:lnTo>
                  <a:pt x="976258" y="2071994"/>
                </a:lnTo>
                <a:lnTo>
                  <a:pt x="1006015" y="2042237"/>
                </a:lnTo>
                <a:lnTo>
                  <a:pt x="1035028" y="2011764"/>
                </a:lnTo>
                <a:lnTo>
                  <a:pt x="1063288" y="1980583"/>
                </a:lnTo>
                <a:lnTo>
                  <a:pt x="1090771" y="1948722"/>
                </a:lnTo>
                <a:lnTo>
                  <a:pt x="1117468" y="1916193"/>
                </a:lnTo>
                <a:lnTo>
                  <a:pt x="1143354" y="1883022"/>
                </a:lnTo>
                <a:lnTo>
                  <a:pt x="1168423" y="1849221"/>
                </a:lnTo>
                <a:lnTo>
                  <a:pt x="1192651" y="1814821"/>
                </a:lnTo>
                <a:lnTo>
                  <a:pt x="1216030" y="1779831"/>
                </a:lnTo>
                <a:lnTo>
                  <a:pt x="1238541" y="1744283"/>
                </a:lnTo>
                <a:lnTo>
                  <a:pt x="1260175" y="1708188"/>
                </a:lnTo>
                <a:lnTo>
                  <a:pt x="1280914" y="1671578"/>
                </a:lnTo>
                <a:lnTo>
                  <a:pt x="1300752" y="1634465"/>
                </a:lnTo>
                <a:lnTo>
                  <a:pt x="1319670" y="1596882"/>
                </a:lnTo>
                <a:lnTo>
                  <a:pt x="1337662" y="1558839"/>
                </a:lnTo>
                <a:lnTo>
                  <a:pt x="1354713" y="1520373"/>
                </a:lnTo>
                <a:lnTo>
                  <a:pt x="1370817" y="1481494"/>
                </a:lnTo>
                <a:lnTo>
                  <a:pt x="1385960" y="1442238"/>
                </a:lnTo>
                <a:lnTo>
                  <a:pt x="1400137" y="1402616"/>
                </a:lnTo>
                <a:lnTo>
                  <a:pt x="1413336" y="1362663"/>
                </a:lnTo>
                <a:lnTo>
                  <a:pt x="1425552" y="1322393"/>
                </a:lnTo>
                <a:lnTo>
                  <a:pt x="1436774" y="1281841"/>
                </a:lnTo>
                <a:lnTo>
                  <a:pt x="1446999" y="1241020"/>
                </a:lnTo>
                <a:lnTo>
                  <a:pt x="1456218" y="1199966"/>
                </a:lnTo>
                <a:lnTo>
                  <a:pt x="1464428" y="1158693"/>
                </a:lnTo>
                <a:lnTo>
                  <a:pt x="1471621" y="1117236"/>
                </a:lnTo>
                <a:lnTo>
                  <a:pt x="1477796" y="1075609"/>
                </a:lnTo>
                <a:lnTo>
                  <a:pt x="1482946" y="1033850"/>
                </a:lnTo>
                <a:lnTo>
                  <a:pt x="1487071" y="991970"/>
                </a:lnTo>
                <a:lnTo>
                  <a:pt x="1490166" y="950008"/>
                </a:lnTo>
                <a:lnTo>
                  <a:pt x="1492231" y="907977"/>
                </a:lnTo>
                <a:lnTo>
                  <a:pt x="1493264" y="865914"/>
                </a:lnTo>
                <a:lnTo>
                  <a:pt x="1493393" y="844873"/>
                </a:lnTo>
                <a:lnTo>
                  <a:pt x="1493264" y="823831"/>
                </a:lnTo>
                <a:lnTo>
                  <a:pt x="1492231" y="781768"/>
                </a:lnTo>
                <a:lnTo>
                  <a:pt x="1490166" y="739737"/>
                </a:lnTo>
                <a:lnTo>
                  <a:pt x="1487071" y="697775"/>
                </a:lnTo>
                <a:lnTo>
                  <a:pt x="1482946" y="655895"/>
                </a:lnTo>
                <a:lnTo>
                  <a:pt x="1477796" y="614136"/>
                </a:lnTo>
                <a:lnTo>
                  <a:pt x="1471621" y="572509"/>
                </a:lnTo>
                <a:lnTo>
                  <a:pt x="1464428" y="531052"/>
                </a:lnTo>
                <a:lnTo>
                  <a:pt x="1456218" y="489779"/>
                </a:lnTo>
                <a:lnTo>
                  <a:pt x="1446999" y="448725"/>
                </a:lnTo>
                <a:lnTo>
                  <a:pt x="1436774" y="407904"/>
                </a:lnTo>
                <a:lnTo>
                  <a:pt x="1425552" y="367352"/>
                </a:lnTo>
                <a:lnTo>
                  <a:pt x="1413336" y="327082"/>
                </a:lnTo>
                <a:lnTo>
                  <a:pt x="1400137" y="287130"/>
                </a:lnTo>
                <a:lnTo>
                  <a:pt x="1385960" y="247507"/>
                </a:lnTo>
                <a:lnTo>
                  <a:pt x="1370817" y="208251"/>
                </a:lnTo>
                <a:lnTo>
                  <a:pt x="1354713" y="169372"/>
                </a:lnTo>
                <a:lnTo>
                  <a:pt x="1337662" y="130905"/>
                </a:lnTo>
                <a:lnTo>
                  <a:pt x="1319670" y="92863"/>
                </a:lnTo>
                <a:lnTo>
                  <a:pt x="1300752" y="55280"/>
                </a:lnTo>
                <a:lnTo>
                  <a:pt x="1280914" y="18167"/>
                </a:lnTo>
                <a:lnTo>
                  <a:pt x="1270770" y="0"/>
                </a:lnTo>
                <a:lnTo>
                  <a:pt x="0" y="0"/>
                </a:lnTo>
                <a:lnTo>
                  <a:pt x="0" y="2545023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037041" y="2343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4" h="238760">
                <a:moveTo>
                  <a:pt x="0" y="238727"/>
                </a:moveTo>
                <a:lnTo>
                  <a:pt x="335304" y="238727"/>
                </a:lnTo>
                <a:lnTo>
                  <a:pt x="171449" y="0"/>
                </a:lnTo>
                <a:lnTo>
                  <a:pt x="0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551990" y="2343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4" h="238760">
                <a:moveTo>
                  <a:pt x="0" y="238727"/>
                </a:moveTo>
                <a:lnTo>
                  <a:pt x="335304" y="238727"/>
                </a:lnTo>
                <a:lnTo>
                  <a:pt x="171449" y="0"/>
                </a:lnTo>
                <a:lnTo>
                  <a:pt x="0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081045" y="2343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60">
                <a:moveTo>
                  <a:pt x="0" y="238727"/>
                </a:moveTo>
                <a:lnTo>
                  <a:pt x="335304" y="238727"/>
                </a:lnTo>
                <a:lnTo>
                  <a:pt x="171450" y="0"/>
                </a:lnTo>
                <a:lnTo>
                  <a:pt x="0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24207" y="2343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60">
                <a:moveTo>
                  <a:pt x="0" y="238727"/>
                </a:moveTo>
                <a:lnTo>
                  <a:pt x="335304" y="238727"/>
                </a:lnTo>
                <a:lnTo>
                  <a:pt x="171450" y="0"/>
                </a:lnTo>
                <a:lnTo>
                  <a:pt x="0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08603" y="2343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60">
                <a:moveTo>
                  <a:pt x="0" y="238727"/>
                </a:moveTo>
                <a:lnTo>
                  <a:pt x="335303" y="238727"/>
                </a:lnTo>
                <a:lnTo>
                  <a:pt x="171449" y="0"/>
                </a:lnTo>
                <a:lnTo>
                  <a:pt x="0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0" y="95779"/>
            <a:ext cx="114300" cy="167005"/>
          </a:xfrm>
          <a:custGeom>
            <a:avLst/>
            <a:gdLst/>
            <a:ahLst/>
            <a:cxnLst/>
            <a:rect l="l" t="t" r="r" b="b"/>
            <a:pathLst>
              <a:path w="114300" h="167004">
                <a:moveTo>
                  <a:pt x="0" y="166380"/>
                </a:moveTo>
                <a:lnTo>
                  <a:pt x="114197" y="166380"/>
                </a:lnTo>
                <a:lnTo>
                  <a:pt x="0" y="0"/>
                </a:lnTo>
                <a:lnTo>
                  <a:pt x="0" y="16638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037041" y="32835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4" h="238759">
                <a:moveTo>
                  <a:pt x="0" y="238727"/>
                </a:moveTo>
                <a:lnTo>
                  <a:pt x="335304" y="238727"/>
                </a:lnTo>
                <a:lnTo>
                  <a:pt x="171449" y="0"/>
                </a:lnTo>
                <a:lnTo>
                  <a:pt x="0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551990" y="32835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4" h="238759">
                <a:moveTo>
                  <a:pt x="0" y="238727"/>
                </a:moveTo>
                <a:lnTo>
                  <a:pt x="335304" y="238727"/>
                </a:lnTo>
                <a:lnTo>
                  <a:pt x="171449" y="0"/>
                </a:lnTo>
                <a:lnTo>
                  <a:pt x="0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81045" y="32835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0" y="238727"/>
                </a:moveTo>
                <a:lnTo>
                  <a:pt x="335304" y="238727"/>
                </a:lnTo>
                <a:lnTo>
                  <a:pt x="171450" y="0"/>
                </a:lnTo>
                <a:lnTo>
                  <a:pt x="0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24207" y="32835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0" y="238727"/>
                </a:moveTo>
                <a:lnTo>
                  <a:pt x="335304" y="238727"/>
                </a:lnTo>
                <a:lnTo>
                  <a:pt x="171450" y="0"/>
                </a:lnTo>
                <a:lnTo>
                  <a:pt x="0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08603" y="32835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0" y="238727"/>
                </a:moveTo>
                <a:lnTo>
                  <a:pt x="335303" y="238727"/>
                </a:lnTo>
                <a:lnTo>
                  <a:pt x="171449" y="0"/>
                </a:lnTo>
                <a:lnTo>
                  <a:pt x="0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0" y="400700"/>
            <a:ext cx="114300" cy="167005"/>
          </a:xfrm>
          <a:custGeom>
            <a:avLst/>
            <a:gdLst/>
            <a:ahLst/>
            <a:cxnLst/>
            <a:rect l="l" t="t" r="r" b="b"/>
            <a:pathLst>
              <a:path w="114300" h="167004">
                <a:moveTo>
                  <a:pt x="0" y="166380"/>
                </a:moveTo>
                <a:lnTo>
                  <a:pt x="114197" y="166380"/>
                </a:lnTo>
                <a:lnTo>
                  <a:pt x="0" y="0"/>
                </a:lnTo>
                <a:lnTo>
                  <a:pt x="0" y="16638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037041" y="633273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4" h="238759">
                <a:moveTo>
                  <a:pt x="0" y="238727"/>
                </a:moveTo>
                <a:lnTo>
                  <a:pt x="335304" y="238727"/>
                </a:lnTo>
                <a:lnTo>
                  <a:pt x="171449" y="0"/>
                </a:lnTo>
                <a:lnTo>
                  <a:pt x="0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551990" y="633273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4" h="238759">
                <a:moveTo>
                  <a:pt x="0" y="238727"/>
                </a:moveTo>
                <a:lnTo>
                  <a:pt x="335304" y="238727"/>
                </a:lnTo>
                <a:lnTo>
                  <a:pt x="171449" y="0"/>
                </a:lnTo>
                <a:lnTo>
                  <a:pt x="0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081045" y="633273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0" y="238727"/>
                </a:moveTo>
                <a:lnTo>
                  <a:pt x="335304" y="238727"/>
                </a:lnTo>
                <a:lnTo>
                  <a:pt x="171450" y="0"/>
                </a:lnTo>
                <a:lnTo>
                  <a:pt x="0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24207" y="633273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0" y="238727"/>
                </a:moveTo>
                <a:lnTo>
                  <a:pt x="335304" y="238727"/>
                </a:lnTo>
                <a:lnTo>
                  <a:pt x="171450" y="0"/>
                </a:lnTo>
                <a:lnTo>
                  <a:pt x="0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08603" y="633273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0" y="238727"/>
                </a:moveTo>
                <a:lnTo>
                  <a:pt x="335303" y="238727"/>
                </a:lnTo>
                <a:lnTo>
                  <a:pt x="171449" y="0"/>
                </a:lnTo>
                <a:lnTo>
                  <a:pt x="0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0" y="705620"/>
            <a:ext cx="114300" cy="167005"/>
          </a:xfrm>
          <a:custGeom>
            <a:avLst/>
            <a:gdLst/>
            <a:ahLst/>
            <a:cxnLst/>
            <a:rect l="l" t="t" r="r" b="b"/>
            <a:pathLst>
              <a:path w="114300" h="167005">
                <a:moveTo>
                  <a:pt x="0" y="166380"/>
                </a:moveTo>
                <a:lnTo>
                  <a:pt x="114197" y="166380"/>
                </a:lnTo>
                <a:lnTo>
                  <a:pt x="0" y="0"/>
                </a:lnTo>
                <a:lnTo>
                  <a:pt x="0" y="16638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3" name="object 4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79629" y="4212350"/>
            <a:ext cx="647699" cy="1343024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99447" y="4461248"/>
            <a:ext cx="800099" cy="590549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215684" y="4498573"/>
            <a:ext cx="628649" cy="600074"/>
          </a:xfrm>
          <a:prstGeom prst="rect">
            <a:avLst/>
          </a:prstGeom>
        </p:spPr>
      </p:pic>
      <p:sp>
        <p:nvSpPr>
          <p:cNvPr id="46" name="object 4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5855" marR="5080" indent="-772795">
              <a:lnSpc>
                <a:spcPct val="116100"/>
              </a:lnSpc>
              <a:spcBef>
                <a:spcPts val="100"/>
              </a:spcBef>
            </a:pPr>
            <a:r>
              <a:rPr spc="105" dirty="0"/>
              <a:t>The</a:t>
            </a:r>
            <a:r>
              <a:rPr spc="-40" dirty="0"/>
              <a:t> </a:t>
            </a:r>
            <a:r>
              <a:rPr spc="70" dirty="0"/>
              <a:t>Three</a:t>
            </a:r>
            <a:r>
              <a:rPr spc="-35" dirty="0"/>
              <a:t> </a:t>
            </a:r>
            <a:r>
              <a:rPr spc="50" dirty="0"/>
              <a:t>Pillars</a:t>
            </a:r>
            <a:r>
              <a:rPr spc="-35" dirty="0"/>
              <a:t> </a:t>
            </a:r>
            <a:r>
              <a:rPr spc="55" dirty="0"/>
              <a:t>of Sustainability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2730815" y="4013837"/>
            <a:ext cx="3460750" cy="4528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2100">
              <a:latin typeface="Times New Roman"/>
              <a:cs typeface="Times New Roman"/>
            </a:endParaRPr>
          </a:p>
          <a:p>
            <a:pPr marL="682625" marR="705485" algn="ctr">
              <a:lnSpc>
                <a:spcPct val="116100"/>
              </a:lnSpc>
            </a:pPr>
            <a:r>
              <a:rPr sz="2100" b="1" spc="45" dirty="0">
                <a:solidFill>
                  <a:srgbClr val="1B1B1B"/>
                </a:solidFill>
                <a:latin typeface="Tahoma"/>
                <a:cs typeface="Tahoma"/>
              </a:rPr>
              <a:t>Environmental </a:t>
            </a:r>
            <a:r>
              <a:rPr sz="2100" b="1" spc="-10" dirty="0">
                <a:solidFill>
                  <a:srgbClr val="1B1B1B"/>
                </a:solidFill>
                <a:latin typeface="Tahoma"/>
                <a:cs typeface="Tahoma"/>
              </a:rPr>
              <a:t>Sustainability</a:t>
            </a:r>
            <a:endParaRPr sz="2100">
              <a:latin typeface="Tahoma"/>
              <a:cs typeface="Tahoma"/>
            </a:endParaRPr>
          </a:p>
          <a:p>
            <a:pPr marL="374650" marR="397510" algn="ctr">
              <a:lnSpc>
                <a:spcPct val="113300"/>
              </a:lnSpc>
              <a:spcBef>
                <a:spcPts val="1230"/>
              </a:spcBef>
            </a:pPr>
            <a:r>
              <a:rPr sz="16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Protecting</a:t>
            </a:r>
            <a:r>
              <a:rPr sz="16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natural</a:t>
            </a:r>
            <a:r>
              <a:rPr sz="16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resources, </a:t>
            </a:r>
            <a:r>
              <a:rPr sz="16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preserving</a:t>
            </a:r>
            <a:r>
              <a:rPr sz="16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biodiversity, </a:t>
            </a:r>
            <a:r>
              <a:rPr sz="16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reducing</a:t>
            </a:r>
            <a:r>
              <a:rPr sz="16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pollution,</a:t>
            </a:r>
            <a:r>
              <a:rPr sz="16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and </a:t>
            </a:r>
            <a:r>
              <a:rPr sz="16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ensuring</a:t>
            </a:r>
            <a:r>
              <a:rPr sz="16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1B1B"/>
                </a:solidFill>
                <a:latin typeface="Lucida Sans Unicode"/>
                <a:cs typeface="Lucida Sans Unicode"/>
              </a:rPr>
              <a:t>a</a:t>
            </a:r>
            <a:r>
              <a:rPr sz="16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healthy</a:t>
            </a:r>
            <a:r>
              <a:rPr sz="16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planet</a:t>
            </a:r>
            <a:r>
              <a:rPr sz="16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for </a:t>
            </a:r>
            <a:r>
              <a:rPr sz="16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future</a:t>
            </a:r>
            <a:r>
              <a:rPr sz="16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generations.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278097" y="4013837"/>
            <a:ext cx="3460750" cy="4528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100">
              <a:latin typeface="Times New Roman"/>
              <a:cs typeface="Times New Roman"/>
            </a:endParaRPr>
          </a:p>
          <a:p>
            <a:pPr marR="7620" algn="ctr">
              <a:lnSpc>
                <a:spcPct val="100000"/>
              </a:lnSpc>
            </a:pPr>
            <a:r>
              <a:rPr sz="2100" b="1" dirty="0">
                <a:solidFill>
                  <a:srgbClr val="1B1B1B"/>
                </a:solidFill>
                <a:latin typeface="Tahoma"/>
                <a:cs typeface="Tahoma"/>
              </a:rPr>
              <a:t>Social</a:t>
            </a:r>
            <a:r>
              <a:rPr sz="2100" b="1" spc="16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-10" dirty="0">
                <a:solidFill>
                  <a:srgbClr val="1B1B1B"/>
                </a:solidFill>
                <a:latin typeface="Tahoma"/>
                <a:cs typeface="Tahoma"/>
              </a:rPr>
              <a:t>Sustainability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20"/>
              </a:spcBef>
            </a:pPr>
            <a:endParaRPr sz="2100">
              <a:latin typeface="Tahoma"/>
              <a:cs typeface="Tahoma"/>
            </a:endParaRPr>
          </a:p>
          <a:p>
            <a:pPr marL="393700" marR="401320" indent="-635" algn="ctr">
              <a:lnSpc>
                <a:spcPct val="113300"/>
              </a:lnSpc>
            </a:pPr>
            <a:r>
              <a:rPr sz="16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Promoting</a:t>
            </a:r>
            <a:r>
              <a:rPr sz="16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equity, </a:t>
            </a:r>
            <a:r>
              <a:rPr sz="16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community</a:t>
            </a:r>
            <a:r>
              <a:rPr sz="16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wellbeing,</a:t>
            </a:r>
            <a:r>
              <a:rPr sz="16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social </a:t>
            </a:r>
            <a:r>
              <a:rPr sz="16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justice,</a:t>
            </a:r>
            <a:r>
              <a:rPr sz="16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1B1B"/>
                </a:solidFill>
                <a:latin typeface="Lucida Sans Unicode"/>
                <a:cs typeface="Lucida Sans Unicode"/>
              </a:rPr>
              <a:t>access</a:t>
            </a:r>
            <a:r>
              <a:rPr sz="16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to</a:t>
            </a:r>
            <a:r>
              <a:rPr sz="16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education, </a:t>
            </a:r>
            <a:r>
              <a:rPr sz="16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6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inclusive</a:t>
            </a:r>
            <a:r>
              <a:rPr sz="16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growth</a:t>
            </a:r>
            <a:r>
              <a:rPr sz="16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for</a:t>
            </a:r>
            <a:r>
              <a:rPr sz="16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all </a:t>
            </a:r>
            <a:r>
              <a:rPr sz="16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people.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1829051" y="4013837"/>
            <a:ext cx="3460750" cy="4528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2100">
              <a:latin typeface="Times New Roman"/>
              <a:cs typeface="Times New Roman"/>
            </a:endParaRPr>
          </a:p>
          <a:p>
            <a:pPr marL="777875" marR="774065" algn="ctr">
              <a:lnSpc>
                <a:spcPct val="116100"/>
              </a:lnSpc>
            </a:pPr>
            <a:r>
              <a:rPr sz="2100" b="1" spc="80" dirty="0">
                <a:solidFill>
                  <a:srgbClr val="1B1B1B"/>
                </a:solidFill>
                <a:latin typeface="Tahoma"/>
                <a:cs typeface="Tahoma"/>
              </a:rPr>
              <a:t>Economic </a:t>
            </a:r>
            <a:r>
              <a:rPr sz="2100" b="1" spc="-10" dirty="0">
                <a:solidFill>
                  <a:srgbClr val="1B1B1B"/>
                </a:solidFill>
                <a:latin typeface="Tahoma"/>
                <a:cs typeface="Tahoma"/>
              </a:rPr>
              <a:t>Sustainability</a:t>
            </a:r>
            <a:endParaRPr sz="2100">
              <a:latin typeface="Tahoma"/>
              <a:cs typeface="Tahoma"/>
            </a:endParaRPr>
          </a:p>
          <a:p>
            <a:pPr marL="483870" marR="480059" algn="ctr">
              <a:lnSpc>
                <a:spcPct val="113300"/>
              </a:lnSpc>
              <a:spcBef>
                <a:spcPts val="1230"/>
              </a:spcBef>
            </a:pPr>
            <a:r>
              <a:rPr sz="16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Enabling</a:t>
            </a:r>
            <a:r>
              <a:rPr sz="16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responsible </a:t>
            </a:r>
            <a:r>
              <a:rPr sz="16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economic</a:t>
            </a:r>
            <a:r>
              <a:rPr sz="16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00" spc="-95" dirty="0">
                <a:solidFill>
                  <a:srgbClr val="1B1B1B"/>
                </a:solidFill>
                <a:latin typeface="Lucida Sans Unicode"/>
                <a:cs typeface="Lucida Sans Unicode"/>
              </a:rPr>
              <a:t>growth,</a:t>
            </a:r>
            <a:r>
              <a:rPr sz="16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creating </a:t>
            </a:r>
            <a:r>
              <a:rPr sz="16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green</a:t>
            </a:r>
            <a:r>
              <a:rPr sz="16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00" spc="-95" dirty="0">
                <a:solidFill>
                  <a:srgbClr val="1B1B1B"/>
                </a:solidFill>
                <a:latin typeface="Lucida Sans Unicode"/>
                <a:cs typeface="Lucida Sans Unicode"/>
              </a:rPr>
              <a:t>jobs,</a:t>
            </a:r>
            <a:r>
              <a:rPr sz="16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supporting</a:t>
            </a:r>
            <a:r>
              <a:rPr sz="16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fair </a:t>
            </a:r>
            <a:r>
              <a:rPr sz="16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trade,</a:t>
            </a:r>
            <a:r>
              <a:rPr sz="16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6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balancing </a:t>
            </a:r>
            <a:r>
              <a:rPr sz="16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development</a:t>
            </a:r>
            <a:r>
              <a:rPr sz="16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with </a:t>
            </a:r>
            <a:r>
              <a:rPr sz="16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environmental</a:t>
            </a:r>
            <a:r>
              <a:rPr sz="1600" spc="-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limits.</a:t>
            </a:r>
            <a:endParaRPr sz="1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93823" y="3464305"/>
            <a:ext cx="4433570" cy="4992370"/>
          </a:xfrm>
          <a:custGeom>
            <a:avLst/>
            <a:gdLst/>
            <a:ahLst/>
            <a:cxnLst/>
            <a:rect l="l" t="t" r="r" b="b"/>
            <a:pathLst>
              <a:path w="4433570" h="4992370">
                <a:moveTo>
                  <a:pt x="4433443" y="4027690"/>
                </a:moveTo>
                <a:lnTo>
                  <a:pt x="3751745" y="3638169"/>
                </a:lnTo>
                <a:lnTo>
                  <a:pt x="3751745" y="142875"/>
                </a:lnTo>
                <a:lnTo>
                  <a:pt x="3748976" y="114871"/>
                </a:lnTo>
                <a:lnTo>
                  <a:pt x="3727742" y="63601"/>
                </a:lnTo>
                <a:lnTo>
                  <a:pt x="3688130" y="24003"/>
                </a:lnTo>
                <a:lnTo>
                  <a:pt x="3636873" y="2768"/>
                </a:lnTo>
                <a:lnTo>
                  <a:pt x="3608870" y="0"/>
                </a:lnTo>
                <a:lnTo>
                  <a:pt x="142875" y="0"/>
                </a:lnTo>
                <a:lnTo>
                  <a:pt x="88201" y="10871"/>
                </a:lnTo>
                <a:lnTo>
                  <a:pt x="41846" y="41846"/>
                </a:lnTo>
                <a:lnTo>
                  <a:pt x="10883" y="88201"/>
                </a:lnTo>
                <a:lnTo>
                  <a:pt x="0" y="142875"/>
                </a:lnTo>
                <a:lnTo>
                  <a:pt x="0" y="4849368"/>
                </a:lnTo>
                <a:lnTo>
                  <a:pt x="10883" y="4904041"/>
                </a:lnTo>
                <a:lnTo>
                  <a:pt x="41846" y="4950396"/>
                </a:lnTo>
                <a:lnTo>
                  <a:pt x="88201" y="4981359"/>
                </a:lnTo>
                <a:lnTo>
                  <a:pt x="142875" y="4992243"/>
                </a:lnTo>
                <a:lnTo>
                  <a:pt x="3608870" y="4992243"/>
                </a:lnTo>
                <a:lnTo>
                  <a:pt x="3663543" y="4981359"/>
                </a:lnTo>
                <a:lnTo>
                  <a:pt x="3709898" y="4950396"/>
                </a:lnTo>
                <a:lnTo>
                  <a:pt x="3740861" y="4904041"/>
                </a:lnTo>
                <a:lnTo>
                  <a:pt x="3751745" y="4849368"/>
                </a:lnTo>
                <a:lnTo>
                  <a:pt x="3751745" y="4417225"/>
                </a:lnTo>
                <a:lnTo>
                  <a:pt x="4433443" y="402769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266038" y="3464305"/>
            <a:ext cx="4433570" cy="4992370"/>
          </a:xfrm>
          <a:custGeom>
            <a:avLst/>
            <a:gdLst/>
            <a:ahLst/>
            <a:cxnLst/>
            <a:rect l="l" t="t" r="r" b="b"/>
            <a:pathLst>
              <a:path w="4433570" h="4992370">
                <a:moveTo>
                  <a:pt x="4433430" y="4027690"/>
                </a:moveTo>
                <a:lnTo>
                  <a:pt x="3751732" y="3638156"/>
                </a:lnTo>
                <a:lnTo>
                  <a:pt x="3751732" y="142875"/>
                </a:lnTo>
                <a:lnTo>
                  <a:pt x="3748963" y="114871"/>
                </a:lnTo>
                <a:lnTo>
                  <a:pt x="3727729" y="63601"/>
                </a:lnTo>
                <a:lnTo>
                  <a:pt x="3688130" y="24003"/>
                </a:lnTo>
                <a:lnTo>
                  <a:pt x="3636873" y="2768"/>
                </a:lnTo>
                <a:lnTo>
                  <a:pt x="3608857" y="0"/>
                </a:lnTo>
                <a:lnTo>
                  <a:pt x="142875" y="0"/>
                </a:lnTo>
                <a:lnTo>
                  <a:pt x="88201" y="10871"/>
                </a:lnTo>
                <a:lnTo>
                  <a:pt x="41846" y="41846"/>
                </a:lnTo>
                <a:lnTo>
                  <a:pt x="10883" y="88201"/>
                </a:lnTo>
                <a:lnTo>
                  <a:pt x="0" y="142875"/>
                </a:lnTo>
                <a:lnTo>
                  <a:pt x="0" y="4849368"/>
                </a:lnTo>
                <a:lnTo>
                  <a:pt x="10883" y="4904041"/>
                </a:lnTo>
                <a:lnTo>
                  <a:pt x="41846" y="4950396"/>
                </a:lnTo>
                <a:lnTo>
                  <a:pt x="88201" y="4981359"/>
                </a:lnTo>
                <a:lnTo>
                  <a:pt x="142875" y="4992243"/>
                </a:lnTo>
                <a:lnTo>
                  <a:pt x="3608857" y="4992243"/>
                </a:lnTo>
                <a:lnTo>
                  <a:pt x="3663543" y="4981359"/>
                </a:lnTo>
                <a:lnTo>
                  <a:pt x="3709886" y="4950396"/>
                </a:lnTo>
                <a:lnTo>
                  <a:pt x="3740861" y="4904041"/>
                </a:lnTo>
                <a:lnTo>
                  <a:pt x="3751732" y="4849368"/>
                </a:lnTo>
                <a:lnTo>
                  <a:pt x="3751732" y="4417238"/>
                </a:lnTo>
                <a:lnTo>
                  <a:pt x="4433430" y="402769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442427" y="3464296"/>
            <a:ext cx="3752215" cy="4992370"/>
          </a:xfrm>
          <a:custGeom>
            <a:avLst/>
            <a:gdLst/>
            <a:ahLst/>
            <a:cxnLst/>
            <a:rect l="l" t="t" r="r" b="b"/>
            <a:pathLst>
              <a:path w="3752215" h="4992370">
                <a:moveTo>
                  <a:pt x="3608861" y="4992242"/>
                </a:moveTo>
                <a:lnTo>
                  <a:pt x="142874" y="4992242"/>
                </a:lnTo>
                <a:lnTo>
                  <a:pt x="114871" y="4989471"/>
                </a:lnTo>
                <a:lnTo>
                  <a:pt x="63607" y="4968237"/>
                </a:lnTo>
                <a:lnTo>
                  <a:pt x="24004" y="4928634"/>
                </a:lnTo>
                <a:lnTo>
                  <a:pt x="2770" y="4877370"/>
                </a:lnTo>
                <a:lnTo>
                  <a:pt x="0" y="4849367"/>
                </a:lnTo>
                <a:lnTo>
                  <a:pt x="0" y="142874"/>
                </a:lnTo>
                <a:lnTo>
                  <a:pt x="10875" y="88199"/>
                </a:lnTo>
                <a:lnTo>
                  <a:pt x="41847" y="41847"/>
                </a:lnTo>
                <a:lnTo>
                  <a:pt x="88198" y="10875"/>
                </a:lnTo>
                <a:lnTo>
                  <a:pt x="142874" y="0"/>
                </a:lnTo>
                <a:lnTo>
                  <a:pt x="3608861" y="0"/>
                </a:lnTo>
                <a:lnTo>
                  <a:pt x="3663537" y="10875"/>
                </a:lnTo>
                <a:lnTo>
                  <a:pt x="3709890" y="41847"/>
                </a:lnTo>
                <a:lnTo>
                  <a:pt x="3740861" y="88199"/>
                </a:lnTo>
                <a:lnTo>
                  <a:pt x="3751736" y="142874"/>
                </a:lnTo>
                <a:lnTo>
                  <a:pt x="3751736" y="4849367"/>
                </a:lnTo>
                <a:lnTo>
                  <a:pt x="3740861" y="4904043"/>
                </a:lnTo>
                <a:lnTo>
                  <a:pt x="3709890" y="4950395"/>
                </a:lnTo>
                <a:lnTo>
                  <a:pt x="3663537" y="4981366"/>
                </a:lnTo>
                <a:lnTo>
                  <a:pt x="3608861" y="4992242"/>
                </a:lnTo>
                <a:close/>
              </a:path>
            </a:pathLst>
          </a:custGeom>
          <a:solidFill>
            <a:srgbClr val="DBECC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0" y="8717913"/>
            <a:ext cx="1604010" cy="1569720"/>
            <a:chOff x="0" y="8717913"/>
            <a:chExt cx="1604010" cy="1569720"/>
          </a:xfrm>
        </p:grpSpPr>
        <p:sp>
          <p:nvSpPr>
            <p:cNvPr id="6" name="object 6"/>
            <p:cNvSpPr/>
            <p:nvPr/>
          </p:nvSpPr>
          <p:spPr>
            <a:xfrm>
              <a:off x="0" y="8717914"/>
              <a:ext cx="1125855" cy="1569720"/>
            </a:xfrm>
            <a:custGeom>
              <a:avLst/>
              <a:gdLst/>
              <a:ahLst/>
              <a:cxnLst/>
              <a:rect l="l" t="t" r="r" b="b"/>
              <a:pathLst>
                <a:path w="1125855" h="1569720">
                  <a:moveTo>
                    <a:pt x="1125486" y="0"/>
                  </a:moveTo>
                  <a:lnTo>
                    <a:pt x="0" y="0"/>
                  </a:lnTo>
                  <a:lnTo>
                    <a:pt x="0" y="34201"/>
                  </a:lnTo>
                  <a:lnTo>
                    <a:pt x="0" y="68580"/>
                  </a:lnTo>
                  <a:lnTo>
                    <a:pt x="0" y="1569097"/>
                  </a:lnTo>
                  <a:lnTo>
                    <a:pt x="1057084" y="1569097"/>
                  </a:lnTo>
                  <a:lnTo>
                    <a:pt x="1057084" y="1569720"/>
                  </a:lnTo>
                  <a:lnTo>
                    <a:pt x="1125486" y="1569720"/>
                  </a:lnTo>
                  <a:lnTo>
                    <a:pt x="1125486" y="68580"/>
                  </a:lnTo>
                  <a:lnTo>
                    <a:pt x="1125486" y="0"/>
                  </a:lnTo>
                  <a:close/>
                </a:path>
              </a:pathLst>
            </a:custGeom>
            <a:solidFill>
              <a:srgbClr val="AED5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9075889"/>
              <a:ext cx="1604010" cy="1211580"/>
            </a:xfrm>
            <a:custGeom>
              <a:avLst/>
              <a:gdLst/>
              <a:ahLst/>
              <a:cxnLst/>
              <a:rect l="l" t="t" r="r" b="b"/>
              <a:pathLst>
                <a:path w="1604010" h="1211579">
                  <a:moveTo>
                    <a:pt x="1603540" y="1090612"/>
                  </a:moveTo>
                  <a:lnTo>
                    <a:pt x="1600860" y="1077252"/>
                  </a:lnTo>
                  <a:lnTo>
                    <a:pt x="1593557" y="1066393"/>
                  </a:lnTo>
                  <a:lnTo>
                    <a:pt x="1582699" y="1059091"/>
                  </a:lnTo>
                  <a:lnTo>
                    <a:pt x="1569339" y="1056411"/>
                  </a:lnTo>
                  <a:lnTo>
                    <a:pt x="1519415" y="1063980"/>
                  </a:lnTo>
                  <a:lnTo>
                    <a:pt x="1480604" y="1083297"/>
                  </a:lnTo>
                  <a:lnTo>
                    <a:pt x="1450060" y="1109319"/>
                  </a:lnTo>
                  <a:lnTo>
                    <a:pt x="1403172" y="1160830"/>
                  </a:lnTo>
                  <a:lnTo>
                    <a:pt x="1382560" y="1178496"/>
                  </a:lnTo>
                  <a:lnTo>
                    <a:pt x="1359954" y="1189456"/>
                  </a:lnTo>
                  <a:lnTo>
                    <a:pt x="1332204" y="1193215"/>
                  </a:lnTo>
                  <a:lnTo>
                    <a:pt x="1303655" y="1189456"/>
                  </a:lnTo>
                  <a:lnTo>
                    <a:pt x="1304251" y="1189456"/>
                  </a:lnTo>
                  <a:lnTo>
                    <a:pt x="1281861" y="1178775"/>
                  </a:lnTo>
                  <a:lnTo>
                    <a:pt x="1261249" y="1161161"/>
                  </a:lnTo>
                  <a:lnTo>
                    <a:pt x="1239494" y="1136980"/>
                  </a:lnTo>
                  <a:lnTo>
                    <a:pt x="1228445" y="1124813"/>
                  </a:lnTo>
                  <a:lnTo>
                    <a:pt x="1214361" y="1109319"/>
                  </a:lnTo>
                  <a:lnTo>
                    <a:pt x="1183817" y="1083297"/>
                  </a:lnTo>
                  <a:lnTo>
                    <a:pt x="1145006" y="1063980"/>
                  </a:lnTo>
                  <a:lnTo>
                    <a:pt x="1095082" y="1056411"/>
                  </a:lnTo>
                  <a:lnTo>
                    <a:pt x="1045159" y="1063980"/>
                  </a:lnTo>
                  <a:lnTo>
                    <a:pt x="1006360" y="1083297"/>
                  </a:lnTo>
                  <a:lnTo>
                    <a:pt x="975817" y="1109319"/>
                  </a:lnTo>
                  <a:lnTo>
                    <a:pt x="928928" y="1160830"/>
                  </a:lnTo>
                  <a:lnTo>
                    <a:pt x="908316" y="1178496"/>
                  </a:lnTo>
                  <a:lnTo>
                    <a:pt x="885698" y="1189456"/>
                  </a:lnTo>
                  <a:lnTo>
                    <a:pt x="857961" y="1193215"/>
                  </a:lnTo>
                  <a:lnTo>
                    <a:pt x="829411" y="1189456"/>
                  </a:lnTo>
                  <a:lnTo>
                    <a:pt x="829995" y="1189456"/>
                  </a:lnTo>
                  <a:lnTo>
                    <a:pt x="807605" y="1178775"/>
                  </a:lnTo>
                  <a:lnTo>
                    <a:pt x="786993" y="1161161"/>
                  </a:lnTo>
                  <a:lnTo>
                    <a:pt x="765238" y="1136980"/>
                  </a:lnTo>
                  <a:lnTo>
                    <a:pt x="754189" y="1124813"/>
                  </a:lnTo>
                  <a:lnTo>
                    <a:pt x="740117" y="1109319"/>
                  </a:lnTo>
                  <a:lnTo>
                    <a:pt x="709574" y="1083297"/>
                  </a:lnTo>
                  <a:lnTo>
                    <a:pt x="670763" y="1063980"/>
                  </a:lnTo>
                  <a:lnTo>
                    <a:pt x="620839" y="1056411"/>
                  </a:lnTo>
                  <a:lnTo>
                    <a:pt x="570915" y="1063980"/>
                  </a:lnTo>
                  <a:lnTo>
                    <a:pt x="532104" y="1083297"/>
                  </a:lnTo>
                  <a:lnTo>
                    <a:pt x="501561" y="1109319"/>
                  </a:lnTo>
                  <a:lnTo>
                    <a:pt x="454685" y="1160830"/>
                  </a:lnTo>
                  <a:lnTo>
                    <a:pt x="434060" y="1178496"/>
                  </a:lnTo>
                  <a:lnTo>
                    <a:pt x="411454" y="1189456"/>
                  </a:lnTo>
                  <a:lnTo>
                    <a:pt x="383717" y="1193215"/>
                  </a:lnTo>
                  <a:lnTo>
                    <a:pt x="355168" y="1189456"/>
                  </a:lnTo>
                  <a:lnTo>
                    <a:pt x="355752" y="1189456"/>
                  </a:lnTo>
                  <a:lnTo>
                    <a:pt x="333362" y="1178775"/>
                  </a:lnTo>
                  <a:lnTo>
                    <a:pt x="312750" y="1161161"/>
                  </a:lnTo>
                  <a:lnTo>
                    <a:pt x="290995" y="1136980"/>
                  </a:lnTo>
                  <a:lnTo>
                    <a:pt x="279946" y="1124813"/>
                  </a:lnTo>
                  <a:lnTo>
                    <a:pt x="265861" y="1109319"/>
                  </a:lnTo>
                  <a:lnTo>
                    <a:pt x="235318" y="1083297"/>
                  </a:lnTo>
                  <a:lnTo>
                    <a:pt x="196507" y="1063980"/>
                  </a:lnTo>
                  <a:lnTo>
                    <a:pt x="146583" y="1056411"/>
                  </a:lnTo>
                  <a:lnTo>
                    <a:pt x="96672" y="1063980"/>
                  </a:lnTo>
                  <a:lnTo>
                    <a:pt x="57861" y="1083297"/>
                  </a:lnTo>
                  <a:lnTo>
                    <a:pt x="27317" y="1109319"/>
                  </a:lnTo>
                  <a:lnTo>
                    <a:pt x="101" y="1139253"/>
                  </a:lnTo>
                  <a:lnTo>
                    <a:pt x="0" y="1211122"/>
                  </a:lnTo>
                  <a:lnTo>
                    <a:pt x="25920" y="1211122"/>
                  </a:lnTo>
                  <a:lnTo>
                    <a:pt x="28740" y="1208709"/>
                  </a:lnTo>
                  <a:lnTo>
                    <a:pt x="75628" y="1157198"/>
                  </a:lnTo>
                  <a:lnTo>
                    <a:pt x="96240" y="1139545"/>
                  </a:lnTo>
                  <a:lnTo>
                    <a:pt x="119075" y="1128471"/>
                  </a:lnTo>
                  <a:lnTo>
                    <a:pt x="119634" y="1128471"/>
                  </a:lnTo>
                  <a:lnTo>
                    <a:pt x="146583" y="1124813"/>
                  </a:lnTo>
                  <a:lnTo>
                    <a:pt x="174332" y="1128471"/>
                  </a:lnTo>
                  <a:lnTo>
                    <a:pt x="196938" y="1139253"/>
                  </a:lnTo>
                  <a:lnTo>
                    <a:pt x="217551" y="1156881"/>
                  </a:lnTo>
                  <a:lnTo>
                    <a:pt x="239306" y="1181061"/>
                  </a:lnTo>
                  <a:lnTo>
                    <a:pt x="264439" y="1208709"/>
                  </a:lnTo>
                  <a:lnTo>
                    <a:pt x="267258" y="1211122"/>
                  </a:lnTo>
                  <a:lnTo>
                    <a:pt x="500164" y="1211122"/>
                  </a:lnTo>
                  <a:lnTo>
                    <a:pt x="502983" y="1208709"/>
                  </a:lnTo>
                  <a:lnTo>
                    <a:pt x="517067" y="1193215"/>
                  </a:lnTo>
                  <a:lnTo>
                    <a:pt x="549871" y="1157198"/>
                  </a:lnTo>
                  <a:lnTo>
                    <a:pt x="570484" y="1139545"/>
                  </a:lnTo>
                  <a:lnTo>
                    <a:pt x="593318" y="1128471"/>
                  </a:lnTo>
                  <a:lnTo>
                    <a:pt x="593890" y="1128471"/>
                  </a:lnTo>
                  <a:lnTo>
                    <a:pt x="620839" y="1124813"/>
                  </a:lnTo>
                  <a:lnTo>
                    <a:pt x="648576" y="1128471"/>
                  </a:lnTo>
                  <a:lnTo>
                    <a:pt x="671195" y="1139253"/>
                  </a:lnTo>
                  <a:lnTo>
                    <a:pt x="691807" y="1156881"/>
                  </a:lnTo>
                  <a:lnTo>
                    <a:pt x="713562" y="1181061"/>
                  </a:lnTo>
                  <a:lnTo>
                    <a:pt x="738682" y="1208709"/>
                  </a:lnTo>
                  <a:lnTo>
                    <a:pt x="741502" y="1211122"/>
                  </a:lnTo>
                  <a:lnTo>
                    <a:pt x="974420" y="1211122"/>
                  </a:lnTo>
                  <a:lnTo>
                    <a:pt x="977239" y="1208709"/>
                  </a:lnTo>
                  <a:lnTo>
                    <a:pt x="991311" y="1193215"/>
                  </a:lnTo>
                  <a:lnTo>
                    <a:pt x="1024115" y="1157198"/>
                  </a:lnTo>
                  <a:lnTo>
                    <a:pt x="1044740" y="1139545"/>
                  </a:lnTo>
                  <a:lnTo>
                    <a:pt x="1067562" y="1128471"/>
                  </a:lnTo>
                  <a:lnTo>
                    <a:pt x="1068133" y="1128471"/>
                  </a:lnTo>
                  <a:lnTo>
                    <a:pt x="1095082" y="1124813"/>
                  </a:lnTo>
                  <a:lnTo>
                    <a:pt x="1122832" y="1128471"/>
                  </a:lnTo>
                  <a:lnTo>
                    <a:pt x="1145438" y="1139253"/>
                  </a:lnTo>
                  <a:lnTo>
                    <a:pt x="1166050" y="1156881"/>
                  </a:lnTo>
                  <a:lnTo>
                    <a:pt x="1187805" y="1181061"/>
                  </a:lnTo>
                  <a:lnTo>
                    <a:pt x="1212938" y="1208709"/>
                  </a:lnTo>
                  <a:lnTo>
                    <a:pt x="1215758" y="1211122"/>
                  </a:lnTo>
                  <a:lnTo>
                    <a:pt x="1448663" y="1211122"/>
                  </a:lnTo>
                  <a:lnTo>
                    <a:pt x="1451483" y="1208709"/>
                  </a:lnTo>
                  <a:lnTo>
                    <a:pt x="1465567" y="1193215"/>
                  </a:lnTo>
                  <a:lnTo>
                    <a:pt x="1498371" y="1157198"/>
                  </a:lnTo>
                  <a:lnTo>
                    <a:pt x="1518983" y="1139545"/>
                  </a:lnTo>
                  <a:lnTo>
                    <a:pt x="1541818" y="1128471"/>
                  </a:lnTo>
                  <a:lnTo>
                    <a:pt x="1542376" y="1128471"/>
                  </a:lnTo>
                  <a:lnTo>
                    <a:pt x="1569339" y="1124813"/>
                  </a:lnTo>
                  <a:lnTo>
                    <a:pt x="1582699" y="1122146"/>
                  </a:lnTo>
                  <a:lnTo>
                    <a:pt x="1593557" y="1114844"/>
                  </a:lnTo>
                  <a:lnTo>
                    <a:pt x="1600860" y="1103972"/>
                  </a:lnTo>
                  <a:lnTo>
                    <a:pt x="1603540" y="1090612"/>
                  </a:lnTo>
                  <a:close/>
                </a:path>
                <a:path w="1604010" h="1211579">
                  <a:moveTo>
                    <a:pt x="1603540" y="817016"/>
                  </a:moveTo>
                  <a:lnTo>
                    <a:pt x="1600860" y="803656"/>
                  </a:lnTo>
                  <a:lnTo>
                    <a:pt x="1593557" y="792784"/>
                  </a:lnTo>
                  <a:lnTo>
                    <a:pt x="1582699" y="785482"/>
                  </a:lnTo>
                  <a:lnTo>
                    <a:pt x="1569339" y="782815"/>
                  </a:lnTo>
                  <a:lnTo>
                    <a:pt x="1519415" y="790371"/>
                  </a:lnTo>
                  <a:lnTo>
                    <a:pt x="1480604" y="809701"/>
                  </a:lnTo>
                  <a:lnTo>
                    <a:pt x="1450060" y="835710"/>
                  </a:lnTo>
                  <a:lnTo>
                    <a:pt x="1403172" y="887234"/>
                  </a:lnTo>
                  <a:lnTo>
                    <a:pt x="1382560" y="904887"/>
                  </a:lnTo>
                  <a:lnTo>
                    <a:pt x="1359954" y="915847"/>
                  </a:lnTo>
                  <a:lnTo>
                    <a:pt x="1332204" y="919607"/>
                  </a:lnTo>
                  <a:lnTo>
                    <a:pt x="1304467" y="915949"/>
                  </a:lnTo>
                  <a:lnTo>
                    <a:pt x="1281861" y="905167"/>
                  </a:lnTo>
                  <a:lnTo>
                    <a:pt x="1261249" y="887552"/>
                  </a:lnTo>
                  <a:lnTo>
                    <a:pt x="1239494" y="863371"/>
                  </a:lnTo>
                  <a:lnTo>
                    <a:pt x="1214361" y="835710"/>
                  </a:lnTo>
                  <a:lnTo>
                    <a:pt x="1183817" y="809701"/>
                  </a:lnTo>
                  <a:lnTo>
                    <a:pt x="1145006" y="790371"/>
                  </a:lnTo>
                  <a:lnTo>
                    <a:pt x="1095082" y="782815"/>
                  </a:lnTo>
                  <a:lnTo>
                    <a:pt x="1045159" y="790371"/>
                  </a:lnTo>
                  <a:lnTo>
                    <a:pt x="1006360" y="809701"/>
                  </a:lnTo>
                  <a:lnTo>
                    <a:pt x="975817" y="835710"/>
                  </a:lnTo>
                  <a:lnTo>
                    <a:pt x="928928" y="887234"/>
                  </a:lnTo>
                  <a:lnTo>
                    <a:pt x="908316" y="904887"/>
                  </a:lnTo>
                  <a:lnTo>
                    <a:pt x="885698" y="915847"/>
                  </a:lnTo>
                  <a:lnTo>
                    <a:pt x="857961" y="919607"/>
                  </a:lnTo>
                  <a:lnTo>
                    <a:pt x="830224" y="915949"/>
                  </a:lnTo>
                  <a:lnTo>
                    <a:pt x="807605" y="905167"/>
                  </a:lnTo>
                  <a:lnTo>
                    <a:pt x="786993" y="887552"/>
                  </a:lnTo>
                  <a:lnTo>
                    <a:pt x="765238" y="863371"/>
                  </a:lnTo>
                  <a:lnTo>
                    <a:pt x="740117" y="835710"/>
                  </a:lnTo>
                  <a:lnTo>
                    <a:pt x="709574" y="809701"/>
                  </a:lnTo>
                  <a:lnTo>
                    <a:pt x="670763" y="790371"/>
                  </a:lnTo>
                  <a:lnTo>
                    <a:pt x="620839" y="782815"/>
                  </a:lnTo>
                  <a:lnTo>
                    <a:pt x="570915" y="790371"/>
                  </a:lnTo>
                  <a:lnTo>
                    <a:pt x="532104" y="809701"/>
                  </a:lnTo>
                  <a:lnTo>
                    <a:pt x="501561" y="835710"/>
                  </a:lnTo>
                  <a:lnTo>
                    <a:pt x="454685" y="887234"/>
                  </a:lnTo>
                  <a:lnTo>
                    <a:pt x="434060" y="904887"/>
                  </a:lnTo>
                  <a:lnTo>
                    <a:pt x="411454" y="915847"/>
                  </a:lnTo>
                  <a:lnTo>
                    <a:pt x="383717" y="919607"/>
                  </a:lnTo>
                  <a:lnTo>
                    <a:pt x="355968" y="915949"/>
                  </a:lnTo>
                  <a:lnTo>
                    <a:pt x="333362" y="905167"/>
                  </a:lnTo>
                  <a:lnTo>
                    <a:pt x="312750" y="887552"/>
                  </a:lnTo>
                  <a:lnTo>
                    <a:pt x="290995" y="863371"/>
                  </a:lnTo>
                  <a:lnTo>
                    <a:pt x="265861" y="835710"/>
                  </a:lnTo>
                  <a:lnTo>
                    <a:pt x="235318" y="809701"/>
                  </a:lnTo>
                  <a:lnTo>
                    <a:pt x="196507" y="790371"/>
                  </a:lnTo>
                  <a:lnTo>
                    <a:pt x="146583" y="782815"/>
                  </a:lnTo>
                  <a:lnTo>
                    <a:pt x="96672" y="790371"/>
                  </a:lnTo>
                  <a:lnTo>
                    <a:pt x="57861" y="809701"/>
                  </a:lnTo>
                  <a:lnTo>
                    <a:pt x="27317" y="835710"/>
                  </a:lnTo>
                  <a:lnTo>
                    <a:pt x="0" y="865771"/>
                  </a:lnTo>
                  <a:lnTo>
                    <a:pt x="0" y="959599"/>
                  </a:lnTo>
                  <a:lnTo>
                    <a:pt x="28740" y="935113"/>
                  </a:lnTo>
                  <a:lnTo>
                    <a:pt x="75628" y="883589"/>
                  </a:lnTo>
                  <a:lnTo>
                    <a:pt x="96240" y="865936"/>
                  </a:lnTo>
                  <a:lnTo>
                    <a:pt x="118846" y="854976"/>
                  </a:lnTo>
                  <a:lnTo>
                    <a:pt x="146583" y="851217"/>
                  </a:lnTo>
                  <a:lnTo>
                    <a:pt x="174332" y="854875"/>
                  </a:lnTo>
                  <a:lnTo>
                    <a:pt x="196938" y="865657"/>
                  </a:lnTo>
                  <a:lnTo>
                    <a:pt x="217551" y="883272"/>
                  </a:lnTo>
                  <a:lnTo>
                    <a:pt x="239306" y="907453"/>
                  </a:lnTo>
                  <a:lnTo>
                    <a:pt x="264439" y="935113"/>
                  </a:lnTo>
                  <a:lnTo>
                    <a:pt x="294982" y="961123"/>
                  </a:lnTo>
                  <a:lnTo>
                    <a:pt x="333794" y="980452"/>
                  </a:lnTo>
                  <a:lnTo>
                    <a:pt x="383717" y="988009"/>
                  </a:lnTo>
                  <a:lnTo>
                    <a:pt x="433641" y="980452"/>
                  </a:lnTo>
                  <a:lnTo>
                    <a:pt x="472440" y="961123"/>
                  </a:lnTo>
                  <a:lnTo>
                    <a:pt x="502983" y="935113"/>
                  </a:lnTo>
                  <a:lnTo>
                    <a:pt x="549871" y="883589"/>
                  </a:lnTo>
                  <a:lnTo>
                    <a:pt x="570484" y="865936"/>
                  </a:lnTo>
                  <a:lnTo>
                    <a:pt x="593102" y="854976"/>
                  </a:lnTo>
                  <a:lnTo>
                    <a:pt x="620839" y="851217"/>
                  </a:lnTo>
                  <a:lnTo>
                    <a:pt x="648576" y="854875"/>
                  </a:lnTo>
                  <a:lnTo>
                    <a:pt x="671195" y="865657"/>
                  </a:lnTo>
                  <a:lnTo>
                    <a:pt x="691807" y="883272"/>
                  </a:lnTo>
                  <a:lnTo>
                    <a:pt x="713562" y="907453"/>
                  </a:lnTo>
                  <a:lnTo>
                    <a:pt x="738682" y="935113"/>
                  </a:lnTo>
                  <a:lnTo>
                    <a:pt x="769226" y="961123"/>
                  </a:lnTo>
                  <a:lnTo>
                    <a:pt x="808037" y="980452"/>
                  </a:lnTo>
                  <a:lnTo>
                    <a:pt x="857961" y="988009"/>
                  </a:lnTo>
                  <a:lnTo>
                    <a:pt x="907884" y="980452"/>
                  </a:lnTo>
                  <a:lnTo>
                    <a:pt x="946696" y="961123"/>
                  </a:lnTo>
                  <a:lnTo>
                    <a:pt x="977239" y="935113"/>
                  </a:lnTo>
                  <a:lnTo>
                    <a:pt x="1024115" y="883589"/>
                  </a:lnTo>
                  <a:lnTo>
                    <a:pt x="1044740" y="865936"/>
                  </a:lnTo>
                  <a:lnTo>
                    <a:pt x="1067346" y="854976"/>
                  </a:lnTo>
                  <a:lnTo>
                    <a:pt x="1095082" y="851217"/>
                  </a:lnTo>
                  <a:lnTo>
                    <a:pt x="1122832" y="854875"/>
                  </a:lnTo>
                  <a:lnTo>
                    <a:pt x="1145438" y="865657"/>
                  </a:lnTo>
                  <a:lnTo>
                    <a:pt x="1166050" y="883272"/>
                  </a:lnTo>
                  <a:lnTo>
                    <a:pt x="1187805" y="907453"/>
                  </a:lnTo>
                  <a:lnTo>
                    <a:pt x="1212938" y="935113"/>
                  </a:lnTo>
                  <a:lnTo>
                    <a:pt x="1243482" y="961123"/>
                  </a:lnTo>
                  <a:lnTo>
                    <a:pt x="1282280" y="980452"/>
                  </a:lnTo>
                  <a:lnTo>
                    <a:pt x="1332204" y="988009"/>
                  </a:lnTo>
                  <a:lnTo>
                    <a:pt x="1382128" y="980452"/>
                  </a:lnTo>
                  <a:lnTo>
                    <a:pt x="1420939" y="961123"/>
                  </a:lnTo>
                  <a:lnTo>
                    <a:pt x="1451483" y="935113"/>
                  </a:lnTo>
                  <a:lnTo>
                    <a:pt x="1498371" y="883589"/>
                  </a:lnTo>
                  <a:lnTo>
                    <a:pt x="1518983" y="865936"/>
                  </a:lnTo>
                  <a:lnTo>
                    <a:pt x="1541589" y="854976"/>
                  </a:lnTo>
                  <a:lnTo>
                    <a:pt x="1569339" y="851217"/>
                  </a:lnTo>
                  <a:lnTo>
                    <a:pt x="1582699" y="848537"/>
                  </a:lnTo>
                  <a:lnTo>
                    <a:pt x="1593557" y="841235"/>
                  </a:lnTo>
                  <a:lnTo>
                    <a:pt x="1600860" y="830376"/>
                  </a:lnTo>
                  <a:lnTo>
                    <a:pt x="1603540" y="817016"/>
                  </a:lnTo>
                  <a:close/>
                </a:path>
                <a:path w="1604010" h="1211579">
                  <a:moveTo>
                    <a:pt x="1603540" y="543407"/>
                  </a:moveTo>
                  <a:lnTo>
                    <a:pt x="1600860" y="530047"/>
                  </a:lnTo>
                  <a:lnTo>
                    <a:pt x="1593557" y="519176"/>
                  </a:lnTo>
                  <a:lnTo>
                    <a:pt x="1582699" y="511873"/>
                  </a:lnTo>
                  <a:lnTo>
                    <a:pt x="1569339" y="509206"/>
                  </a:lnTo>
                  <a:lnTo>
                    <a:pt x="1519415" y="516775"/>
                  </a:lnTo>
                  <a:lnTo>
                    <a:pt x="1480604" y="536092"/>
                  </a:lnTo>
                  <a:lnTo>
                    <a:pt x="1450060" y="562114"/>
                  </a:lnTo>
                  <a:lnTo>
                    <a:pt x="1403172" y="613625"/>
                  </a:lnTo>
                  <a:lnTo>
                    <a:pt x="1382560" y="631278"/>
                  </a:lnTo>
                  <a:lnTo>
                    <a:pt x="1359954" y="642239"/>
                  </a:lnTo>
                  <a:lnTo>
                    <a:pt x="1332204" y="646010"/>
                  </a:lnTo>
                  <a:lnTo>
                    <a:pt x="1304467" y="642353"/>
                  </a:lnTo>
                  <a:lnTo>
                    <a:pt x="1281861" y="631571"/>
                  </a:lnTo>
                  <a:lnTo>
                    <a:pt x="1261249" y="613943"/>
                  </a:lnTo>
                  <a:lnTo>
                    <a:pt x="1239494" y="589762"/>
                  </a:lnTo>
                  <a:lnTo>
                    <a:pt x="1214361" y="562114"/>
                  </a:lnTo>
                  <a:lnTo>
                    <a:pt x="1183817" y="536092"/>
                  </a:lnTo>
                  <a:lnTo>
                    <a:pt x="1145006" y="516775"/>
                  </a:lnTo>
                  <a:lnTo>
                    <a:pt x="1095082" y="509206"/>
                  </a:lnTo>
                  <a:lnTo>
                    <a:pt x="1045159" y="516775"/>
                  </a:lnTo>
                  <a:lnTo>
                    <a:pt x="1006360" y="536092"/>
                  </a:lnTo>
                  <a:lnTo>
                    <a:pt x="975817" y="562114"/>
                  </a:lnTo>
                  <a:lnTo>
                    <a:pt x="928928" y="613625"/>
                  </a:lnTo>
                  <a:lnTo>
                    <a:pt x="908316" y="631278"/>
                  </a:lnTo>
                  <a:lnTo>
                    <a:pt x="885698" y="642239"/>
                  </a:lnTo>
                  <a:lnTo>
                    <a:pt x="857961" y="646010"/>
                  </a:lnTo>
                  <a:lnTo>
                    <a:pt x="830224" y="642353"/>
                  </a:lnTo>
                  <a:lnTo>
                    <a:pt x="807605" y="631571"/>
                  </a:lnTo>
                  <a:lnTo>
                    <a:pt x="786993" y="613943"/>
                  </a:lnTo>
                  <a:lnTo>
                    <a:pt x="765238" y="589762"/>
                  </a:lnTo>
                  <a:lnTo>
                    <a:pt x="740117" y="562114"/>
                  </a:lnTo>
                  <a:lnTo>
                    <a:pt x="709574" y="536092"/>
                  </a:lnTo>
                  <a:lnTo>
                    <a:pt x="670763" y="516775"/>
                  </a:lnTo>
                  <a:lnTo>
                    <a:pt x="620839" y="509206"/>
                  </a:lnTo>
                  <a:lnTo>
                    <a:pt x="570915" y="516775"/>
                  </a:lnTo>
                  <a:lnTo>
                    <a:pt x="532104" y="536092"/>
                  </a:lnTo>
                  <a:lnTo>
                    <a:pt x="501561" y="562114"/>
                  </a:lnTo>
                  <a:lnTo>
                    <a:pt x="454685" y="613625"/>
                  </a:lnTo>
                  <a:lnTo>
                    <a:pt x="434060" y="631278"/>
                  </a:lnTo>
                  <a:lnTo>
                    <a:pt x="411454" y="642239"/>
                  </a:lnTo>
                  <a:lnTo>
                    <a:pt x="383717" y="646010"/>
                  </a:lnTo>
                  <a:lnTo>
                    <a:pt x="355968" y="642353"/>
                  </a:lnTo>
                  <a:lnTo>
                    <a:pt x="333362" y="631571"/>
                  </a:lnTo>
                  <a:lnTo>
                    <a:pt x="312750" y="613943"/>
                  </a:lnTo>
                  <a:lnTo>
                    <a:pt x="290995" y="589762"/>
                  </a:lnTo>
                  <a:lnTo>
                    <a:pt x="265861" y="562114"/>
                  </a:lnTo>
                  <a:lnTo>
                    <a:pt x="235318" y="536092"/>
                  </a:lnTo>
                  <a:lnTo>
                    <a:pt x="196507" y="516775"/>
                  </a:lnTo>
                  <a:lnTo>
                    <a:pt x="146583" y="509206"/>
                  </a:lnTo>
                  <a:lnTo>
                    <a:pt x="96672" y="516775"/>
                  </a:lnTo>
                  <a:lnTo>
                    <a:pt x="57861" y="536092"/>
                  </a:lnTo>
                  <a:lnTo>
                    <a:pt x="27317" y="562114"/>
                  </a:lnTo>
                  <a:lnTo>
                    <a:pt x="0" y="592175"/>
                  </a:lnTo>
                  <a:lnTo>
                    <a:pt x="0" y="685990"/>
                  </a:lnTo>
                  <a:lnTo>
                    <a:pt x="28740" y="661504"/>
                  </a:lnTo>
                  <a:lnTo>
                    <a:pt x="75628" y="609993"/>
                  </a:lnTo>
                  <a:lnTo>
                    <a:pt x="96240" y="592328"/>
                  </a:lnTo>
                  <a:lnTo>
                    <a:pt x="118846" y="581367"/>
                  </a:lnTo>
                  <a:lnTo>
                    <a:pt x="146583" y="577608"/>
                  </a:lnTo>
                  <a:lnTo>
                    <a:pt x="174332" y="581266"/>
                  </a:lnTo>
                  <a:lnTo>
                    <a:pt x="196938" y="592048"/>
                  </a:lnTo>
                  <a:lnTo>
                    <a:pt x="217551" y="609676"/>
                  </a:lnTo>
                  <a:lnTo>
                    <a:pt x="239306" y="633844"/>
                  </a:lnTo>
                  <a:lnTo>
                    <a:pt x="264439" y="661504"/>
                  </a:lnTo>
                  <a:lnTo>
                    <a:pt x="294982" y="687527"/>
                  </a:lnTo>
                  <a:lnTo>
                    <a:pt x="333794" y="706843"/>
                  </a:lnTo>
                  <a:lnTo>
                    <a:pt x="383717" y="714413"/>
                  </a:lnTo>
                  <a:lnTo>
                    <a:pt x="433641" y="706843"/>
                  </a:lnTo>
                  <a:lnTo>
                    <a:pt x="472440" y="687527"/>
                  </a:lnTo>
                  <a:lnTo>
                    <a:pt x="502983" y="661504"/>
                  </a:lnTo>
                  <a:lnTo>
                    <a:pt x="549871" y="609993"/>
                  </a:lnTo>
                  <a:lnTo>
                    <a:pt x="570484" y="592328"/>
                  </a:lnTo>
                  <a:lnTo>
                    <a:pt x="593102" y="581367"/>
                  </a:lnTo>
                  <a:lnTo>
                    <a:pt x="620839" y="577608"/>
                  </a:lnTo>
                  <a:lnTo>
                    <a:pt x="648576" y="581266"/>
                  </a:lnTo>
                  <a:lnTo>
                    <a:pt x="671195" y="592048"/>
                  </a:lnTo>
                  <a:lnTo>
                    <a:pt x="691807" y="609676"/>
                  </a:lnTo>
                  <a:lnTo>
                    <a:pt x="713562" y="633844"/>
                  </a:lnTo>
                  <a:lnTo>
                    <a:pt x="738682" y="661504"/>
                  </a:lnTo>
                  <a:lnTo>
                    <a:pt x="769226" y="687527"/>
                  </a:lnTo>
                  <a:lnTo>
                    <a:pt x="808037" y="706843"/>
                  </a:lnTo>
                  <a:lnTo>
                    <a:pt x="857961" y="714413"/>
                  </a:lnTo>
                  <a:lnTo>
                    <a:pt x="907884" y="706843"/>
                  </a:lnTo>
                  <a:lnTo>
                    <a:pt x="946696" y="687527"/>
                  </a:lnTo>
                  <a:lnTo>
                    <a:pt x="977239" y="661504"/>
                  </a:lnTo>
                  <a:lnTo>
                    <a:pt x="1024115" y="609993"/>
                  </a:lnTo>
                  <a:lnTo>
                    <a:pt x="1044740" y="592328"/>
                  </a:lnTo>
                  <a:lnTo>
                    <a:pt x="1067346" y="581367"/>
                  </a:lnTo>
                  <a:lnTo>
                    <a:pt x="1095082" y="577608"/>
                  </a:lnTo>
                  <a:lnTo>
                    <a:pt x="1122832" y="581266"/>
                  </a:lnTo>
                  <a:lnTo>
                    <a:pt x="1145438" y="592048"/>
                  </a:lnTo>
                  <a:lnTo>
                    <a:pt x="1166050" y="609676"/>
                  </a:lnTo>
                  <a:lnTo>
                    <a:pt x="1187805" y="633844"/>
                  </a:lnTo>
                  <a:lnTo>
                    <a:pt x="1212938" y="661504"/>
                  </a:lnTo>
                  <a:lnTo>
                    <a:pt x="1243482" y="687527"/>
                  </a:lnTo>
                  <a:lnTo>
                    <a:pt x="1282280" y="706843"/>
                  </a:lnTo>
                  <a:lnTo>
                    <a:pt x="1332204" y="714413"/>
                  </a:lnTo>
                  <a:lnTo>
                    <a:pt x="1382128" y="706843"/>
                  </a:lnTo>
                  <a:lnTo>
                    <a:pt x="1420939" y="687527"/>
                  </a:lnTo>
                  <a:lnTo>
                    <a:pt x="1451483" y="661504"/>
                  </a:lnTo>
                  <a:lnTo>
                    <a:pt x="1498371" y="609993"/>
                  </a:lnTo>
                  <a:lnTo>
                    <a:pt x="1518983" y="592328"/>
                  </a:lnTo>
                  <a:lnTo>
                    <a:pt x="1541589" y="581367"/>
                  </a:lnTo>
                  <a:lnTo>
                    <a:pt x="1569339" y="577608"/>
                  </a:lnTo>
                  <a:lnTo>
                    <a:pt x="1582699" y="574929"/>
                  </a:lnTo>
                  <a:lnTo>
                    <a:pt x="1593557" y="567626"/>
                  </a:lnTo>
                  <a:lnTo>
                    <a:pt x="1600860" y="556768"/>
                  </a:lnTo>
                  <a:lnTo>
                    <a:pt x="1603540" y="543407"/>
                  </a:lnTo>
                  <a:close/>
                </a:path>
                <a:path w="1604010" h="1211579">
                  <a:moveTo>
                    <a:pt x="1603540" y="277406"/>
                  </a:moveTo>
                  <a:lnTo>
                    <a:pt x="1600860" y="264045"/>
                  </a:lnTo>
                  <a:lnTo>
                    <a:pt x="1593557" y="253174"/>
                  </a:lnTo>
                  <a:lnTo>
                    <a:pt x="1582699" y="245872"/>
                  </a:lnTo>
                  <a:lnTo>
                    <a:pt x="1569339" y="243205"/>
                  </a:lnTo>
                  <a:lnTo>
                    <a:pt x="1519415" y="250761"/>
                  </a:lnTo>
                  <a:lnTo>
                    <a:pt x="1480604" y="270090"/>
                  </a:lnTo>
                  <a:lnTo>
                    <a:pt x="1450060" y="296100"/>
                  </a:lnTo>
                  <a:lnTo>
                    <a:pt x="1403172" y="347624"/>
                  </a:lnTo>
                  <a:lnTo>
                    <a:pt x="1382560" y="365277"/>
                  </a:lnTo>
                  <a:lnTo>
                    <a:pt x="1359954" y="376237"/>
                  </a:lnTo>
                  <a:lnTo>
                    <a:pt x="1332204" y="380009"/>
                  </a:lnTo>
                  <a:lnTo>
                    <a:pt x="1304467" y="376351"/>
                  </a:lnTo>
                  <a:lnTo>
                    <a:pt x="1281861" y="365569"/>
                  </a:lnTo>
                  <a:lnTo>
                    <a:pt x="1261249" y="347941"/>
                  </a:lnTo>
                  <a:lnTo>
                    <a:pt x="1239494" y="323761"/>
                  </a:lnTo>
                  <a:lnTo>
                    <a:pt x="1214361" y="296100"/>
                  </a:lnTo>
                  <a:lnTo>
                    <a:pt x="1183817" y="270090"/>
                  </a:lnTo>
                  <a:lnTo>
                    <a:pt x="1145006" y="250761"/>
                  </a:lnTo>
                  <a:lnTo>
                    <a:pt x="1095082" y="243205"/>
                  </a:lnTo>
                  <a:lnTo>
                    <a:pt x="1045159" y="250761"/>
                  </a:lnTo>
                  <a:lnTo>
                    <a:pt x="1006360" y="270090"/>
                  </a:lnTo>
                  <a:lnTo>
                    <a:pt x="975817" y="296100"/>
                  </a:lnTo>
                  <a:lnTo>
                    <a:pt x="928928" y="347624"/>
                  </a:lnTo>
                  <a:lnTo>
                    <a:pt x="908316" y="365277"/>
                  </a:lnTo>
                  <a:lnTo>
                    <a:pt x="885698" y="376237"/>
                  </a:lnTo>
                  <a:lnTo>
                    <a:pt x="857961" y="380009"/>
                  </a:lnTo>
                  <a:lnTo>
                    <a:pt x="830224" y="376351"/>
                  </a:lnTo>
                  <a:lnTo>
                    <a:pt x="807605" y="365569"/>
                  </a:lnTo>
                  <a:lnTo>
                    <a:pt x="786993" y="347941"/>
                  </a:lnTo>
                  <a:lnTo>
                    <a:pt x="765238" y="323761"/>
                  </a:lnTo>
                  <a:lnTo>
                    <a:pt x="740117" y="296100"/>
                  </a:lnTo>
                  <a:lnTo>
                    <a:pt x="709574" y="270090"/>
                  </a:lnTo>
                  <a:lnTo>
                    <a:pt x="670763" y="250761"/>
                  </a:lnTo>
                  <a:lnTo>
                    <a:pt x="620839" y="243205"/>
                  </a:lnTo>
                  <a:lnTo>
                    <a:pt x="570915" y="250761"/>
                  </a:lnTo>
                  <a:lnTo>
                    <a:pt x="532104" y="270090"/>
                  </a:lnTo>
                  <a:lnTo>
                    <a:pt x="501561" y="296100"/>
                  </a:lnTo>
                  <a:lnTo>
                    <a:pt x="454685" y="347624"/>
                  </a:lnTo>
                  <a:lnTo>
                    <a:pt x="434060" y="365277"/>
                  </a:lnTo>
                  <a:lnTo>
                    <a:pt x="411454" y="376237"/>
                  </a:lnTo>
                  <a:lnTo>
                    <a:pt x="383717" y="380009"/>
                  </a:lnTo>
                  <a:lnTo>
                    <a:pt x="355968" y="376351"/>
                  </a:lnTo>
                  <a:lnTo>
                    <a:pt x="333362" y="365569"/>
                  </a:lnTo>
                  <a:lnTo>
                    <a:pt x="312750" y="347941"/>
                  </a:lnTo>
                  <a:lnTo>
                    <a:pt x="290995" y="323761"/>
                  </a:lnTo>
                  <a:lnTo>
                    <a:pt x="265861" y="296100"/>
                  </a:lnTo>
                  <a:lnTo>
                    <a:pt x="235318" y="270090"/>
                  </a:lnTo>
                  <a:lnTo>
                    <a:pt x="196507" y="250761"/>
                  </a:lnTo>
                  <a:lnTo>
                    <a:pt x="146583" y="243205"/>
                  </a:lnTo>
                  <a:lnTo>
                    <a:pt x="96672" y="250761"/>
                  </a:lnTo>
                  <a:lnTo>
                    <a:pt x="57861" y="270090"/>
                  </a:lnTo>
                  <a:lnTo>
                    <a:pt x="27317" y="296100"/>
                  </a:lnTo>
                  <a:lnTo>
                    <a:pt x="0" y="326174"/>
                  </a:lnTo>
                  <a:lnTo>
                    <a:pt x="0" y="419989"/>
                  </a:lnTo>
                  <a:lnTo>
                    <a:pt x="28740" y="395503"/>
                  </a:lnTo>
                  <a:lnTo>
                    <a:pt x="75628" y="343992"/>
                  </a:lnTo>
                  <a:lnTo>
                    <a:pt x="96240" y="326326"/>
                  </a:lnTo>
                  <a:lnTo>
                    <a:pt x="118846" y="315366"/>
                  </a:lnTo>
                  <a:lnTo>
                    <a:pt x="146583" y="311607"/>
                  </a:lnTo>
                  <a:lnTo>
                    <a:pt x="174332" y="315264"/>
                  </a:lnTo>
                  <a:lnTo>
                    <a:pt x="196938" y="326047"/>
                  </a:lnTo>
                  <a:lnTo>
                    <a:pt x="217551" y="343662"/>
                  </a:lnTo>
                  <a:lnTo>
                    <a:pt x="239306" y="367842"/>
                  </a:lnTo>
                  <a:lnTo>
                    <a:pt x="264439" y="395503"/>
                  </a:lnTo>
                  <a:lnTo>
                    <a:pt x="294982" y="421513"/>
                  </a:lnTo>
                  <a:lnTo>
                    <a:pt x="333794" y="440842"/>
                  </a:lnTo>
                  <a:lnTo>
                    <a:pt x="383717" y="448398"/>
                  </a:lnTo>
                  <a:lnTo>
                    <a:pt x="433641" y="440842"/>
                  </a:lnTo>
                  <a:lnTo>
                    <a:pt x="472440" y="421513"/>
                  </a:lnTo>
                  <a:lnTo>
                    <a:pt x="502983" y="395503"/>
                  </a:lnTo>
                  <a:lnTo>
                    <a:pt x="549871" y="343992"/>
                  </a:lnTo>
                  <a:lnTo>
                    <a:pt x="570484" y="326326"/>
                  </a:lnTo>
                  <a:lnTo>
                    <a:pt x="593102" y="315366"/>
                  </a:lnTo>
                  <a:lnTo>
                    <a:pt x="620839" y="311607"/>
                  </a:lnTo>
                  <a:lnTo>
                    <a:pt x="648576" y="315264"/>
                  </a:lnTo>
                  <a:lnTo>
                    <a:pt x="671195" y="326047"/>
                  </a:lnTo>
                  <a:lnTo>
                    <a:pt x="691807" y="343662"/>
                  </a:lnTo>
                  <a:lnTo>
                    <a:pt x="713562" y="367842"/>
                  </a:lnTo>
                  <a:lnTo>
                    <a:pt x="738682" y="395503"/>
                  </a:lnTo>
                  <a:lnTo>
                    <a:pt x="769226" y="421513"/>
                  </a:lnTo>
                  <a:lnTo>
                    <a:pt x="808037" y="440842"/>
                  </a:lnTo>
                  <a:lnTo>
                    <a:pt x="857961" y="448398"/>
                  </a:lnTo>
                  <a:lnTo>
                    <a:pt x="907884" y="440842"/>
                  </a:lnTo>
                  <a:lnTo>
                    <a:pt x="946696" y="421513"/>
                  </a:lnTo>
                  <a:lnTo>
                    <a:pt x="977239" y="395503"/>
                  </a:lnTo>
                  <a:lnTo>
                    <a:pt x="1024115" y="343992"/>
                  </a:lnTo>
                  <a:lnTo>
                    <a:pt x="1044740" y="326326"/>
                  </a:lnTo>
                  <a:lnTo>
                    <a:pt x="1067346" y="315366"/>
                  </a:lnTo>
                  <a:lnTo>
                    <a:pt x="1095082" y="311607"/>
                  </a:lnTo>
                  <a:lnTo>
                    <a:pt x="1122832" y="315264"/>
                  </a:lnTo>
                  <a:lnTo>
                    <a:pt x="1145438" y="326047"/>
                  </a:lnTo>
                  <a:lnTo>
                    <a:pt x="1166050" y="343662"/>
                  </a:lnTo>
                  <a:lnTo>
                    <a:pt x="1187805" y="367842"/>
                  </a:lnTo>
                  <a:lnTo>
                    <a:pt x="1212938" y="395503"/>
                  </a:lnTo>
                  <a:lnTo>
                    <a:pt x="1243482" y="421513"/>
                  </a:lnTo>
                  <a:lnTo>
                    <a:pt x="1282280" y="440842"/>
                  </a:lnTo>
                  <a:lnTo>
                    <a:pt x="1332204" y="448398"/>
                  </a:lnTo>
                  <a:lnTo>
                    <a:pt x="1382128" y="440842"/>
                  </a:lnTo>
                  <a:lnTo>
                    <a:pt x="1420939" y="421513"/>
                  </a:lnTo>
                  <a:lnTo>
                    <a:pt x="1451483" y="395503"/>
                  </a:lnTo>
                  <a:lnTo>
                    <a:pt x="1498371" y="343992"/>
                  </a:lnTo>
                  <a:lnTo>
                    <a:pt x="1518983" y="326326"/>
                  </a:lnTo>
                  <a:lnTo>
                    <a:pt x="1541589" y="315366"/>
                  </a:lnTo>
                  <a:lnTo>
                    <a:pt x="1569339" y="311607"/>
                  </a:lnTo>
                  <a:lnTo>
                    <a:pt x="1582699" y="308927"/>
                  </a:lnTo>
                  <a:lnTo>
                    <a:pt x="1593557" y="301625"/>
                  </a:lnTo>
                  <a:lnTo>
                    <a:pt x="1600860" y="290766"/>
                  </a:lnTo>
                  <a:lnTo>
                    <a:pt x="1603540" y="277406"/>
                  </a:lnTo>
                  <a:close/>
                </a:path>
                <a:path w="1604010" h="1211579">
                  <a:moveTo>
                    <a:pt x="1603540" y="34201"/>
                  </a:moveTo>
                  <a:lnTo>
                    <a:pt x="1600860" y="20840"/>
                  </a:lnTo>
                  <a:lnTo>
                    <a:pt x="1593557" y="9969"/>
                  </a:lnTo>
                  <a:lnTo>
                    <a:pt x="1582699" y="2667"/>
                  </a:lnTo>
                  <a:lnTo>
                    <a:pt x="1569339" y="0"/>
                  </a:lnTo>
                  <a:lnTo>
                    <a:pt x="1519415" y="7556"/>
                  </a:lnTo>
                  <a:lnTo>
                    <a:pt x="1480604" y="26885"/>
                  </a:lnTo>
                  <a:lnTo>
                    <a:pt x="1450060" y="52895"/>
                  </a:lnTo>
                  <a:lnTo>
                    <a:pt x="1403172" y="104419"/>
                  </a:lnTo>
                  <a:lnTo>
                    <a:pt x="1382560" y="122072"/>
                  </a:lnTo>
                  <a:lnTo>
                    <a:pt x="1359954" y="133032"/>
                  </a:lnTo>
                  <a:lnTo>
                    <a:pt x="1332204" y="136804"/>
                  </a:lnTo>
                  <a:lnTo>
                    <a:pt x="1304467" y="133146"/>
                  </a:lnTo>
                  <a:lnTo>
                    <a:pt x="1281861" y="122364"/>
                  </a:lnTo>
                  <a:lnTo>
                    <a:pt x="1261249" y="104736"/>
                  </a:lnTo>
                  <a:lnTo>
                    <a:pt x="1239494" y="80556"/>
                  </a:lnTo>
                  <a:lnTo>
                    <a:pt x="1214361" y="52895"/>
                  </a:lnTo>
                  <a:lnTo>
                    <a:pt x="1183817" y="26885"/>
                  </a:lnTo>
                  <a:lnTo>
                    <a:pt x="1145006" y="7556"/>
                  </a:lnTo>
                  <a:lnTo>
                    <a:pt x="1095082" y="0"/>
                  </a:lnTo>
                  <a:lnTo>
                    <a:pt x="1045159" y="7556"/>
                  </a:lnTo>
                  <a:lnTo>
                    <a:pt x="1006360" y="26885"/>
                  </a:lnTo>
                  <a:lnTo>
                    <a:pt x="975817" y="52895"/>
                  </a:lnTo>
                  <a:lnTo>
                    <a:pt x="928928" y="104419"/>
                  </a:lnTo>
                  <a:lnTo>
                    <a:pt x="908316" y="122072"/>
                  </a:lnTo>
                  <a:lnTo>
                    <a:pt x="885698" y="133032"/>
                  </a:lnTo>
                  <a:lnTo>
                    <a:pt x="857961" y="136804"/>
                  </a:lnTo>
                  <a:lnTo>
                    <a:pt x="830224" y="133146"/>
                  </a:lnTo>
                  <a:lnTo>
                    <a:pt x="807605" y="122364"/>
                  </a:lnTo>
                  <a:lnTo>
                    <a:pt x="786993" y="104736"/>
                  </a:lnTo>
                  <a:lnTo>
                    <a:pt x="765238" y="80556"/>
                  </a:lnTo>
                  <a:lnTo>
                    <a:pt x="740117" y="52895"/>
                  </a:lnTo>
                  <a:lnTo>
                    <a:pt x="709574" y="26885"/>
                  </a:lnTo>
                  <a:lnTo>
                    <a:pt x="670763" y="7556"/>
                  </a:lnTo>
                  <a:lnTo>
                    <a:pt x="620839" y="0"/>
                  </a:lnTo>
                  <a:lnTo>
                    <a:pt x="570915" y="7556"/>
                  </a:lnTo>
                  <a:lnTo>
                    <a:pt x="532104" y="26885"/>
                  </a:lnTo>
                  <a:lnTo>
                    <a:pt x="501561" y="52895"/>
                  </a:lnTo>
                  <a:lnTo>
                    <a:pt x="454685" y="104419"/>
                  </a:lnTo>
                  <a:lnTo>
                    <a:pt x="434060" y="122072"/>
                  </a:lnTo>
                  <a:lnTo>
                    <a:pt x="411454" y="133032"/>
                  </a:lnTo>
                  <a:lnTo>
                    <a:pt x="383717" y="136804"/>
                  </a:lnTo>
                  <a:lnTo>
                    <a:pt x="355968" y="133146"/>
                  </a:lnTo>
                  <a:lnTo>
                    <a:pt x="333362" y="122364"/>
                  </a:lnTo>
                  <a:lnTo>
                    <a:pt x="312750" y="104736"/>
                  </a:lnTo>
                  <a:lnTo>
                    <a:pt x="290995" y="80556"/>
                  </a:lnTo>
                  <a:lnTo>
                    <a:pt x="265861" y="52895"/>
                  </a:lnTo>
                  <a:lnTo>
                    <a:pt x="235318" y="26885"/>
                  </a:lnTo>
                  <a:lnTo>
                    <a:pt x="196507" y="7556"/>
                  </a:lnTo>
                  <a:lnTo>
                    <a:pt x="146583" y="0"/>
                  </a:lnTo>
                  <a:lnTo>
                    <a:pt x="96672" y="7556"/>
                  </a:lnTo>
                  <a:lnTo>
                    <a:pt x="57861" y="26885"/>
                  </a:lnTo>
                  <a:lnTo>
                    <a:pt x="27317" y="52895"/>
                  </a:lnTo>
                  <a:lnTo>
                    <a:pt x="0" y="82969"/>
                  </a:lnTo>
                  <a:lnTo>
                    <a:pt x="0" y="176784"/>
                  </a:lnTo>
                  <a:lnTo>
                    <a:pt x="28740" y="152298"/>
                  </a:lnTo>
                  <a:lnTo>
                    <a:pt x="75628" y="100787"/>
                  </a:lnTo>
                  <a:lnTo>
                    <a:pt x="96240" y="83121"/>
                  </a:lnTo>
                  <a:lnTo>
                    <a:pt x="118846" y="72161"/>
                  </a:lnTo>
                  <a:lnTo>
                    <a:pt x="146583" y="68402"/>
                  </a:lnTo>
                  <a:lnTo>
                    <a:pt x="174332" y="72059"/>
                  </a:lnTo>
                  <a:lnTo>
                    <a:pt x="196938" y="82842"/>
                  </a:lnTo>
                  <a:lnTo>
                    <a:pt x="217551" y="100457"/>
                  </a:lnTo>
                  <a:lnTo>
                    <a:pt x="239306" y="124637"/>
                  </a:lnTo>
                  <a:lnTo>
                    <a:pt x="264439" y="152298"/>
                  </a:lnTo>
                  <a:lnTo>
                    <a:pt x="294982" y="178320"/>
                  </a:lnTo>
                  <a:lnTo>
                    <a:pt x="333794" y="197637"/>
                  </a:lnTo>
                  <a:lnTo>
                    <a:pt x="383717" y="205206"/>
                  </a:lnTo>
                  <a:lnTo>
                    <a:pt x="433641" y="197637"/>
                  </a:lnTo>
                  <a:lnTo>
                    <a:pt x="472440" y="178320"/>
                  </a:lnTo>
                  <a:lnTo>
                    <a:pt x="502983" y="152298"/>
                  </a:lnTo>
                  <a:lnTo>
                    <a:pt x="549871" y="100787"/>
                  </a:lnTo>
                  <a:lnTo>
                    <a:pt x="570484" y="83121"/>
                  </a:lnTo>
                  <a:lnTo>
                    <a:pt x="593102" y="72161"/>
                  </a:lnTo>
                  <a:lnTo>
                    <a:pt x="620839" y="68402"/>
                  </a:lnTo>
                  <a:lnTo>
                    <a:pt x="648576" y="72059"/>
                  </a:lnTo>
                  <a:lnTo>
                    <a:pt x="671195" y="82842"/>
                  </a:lnTo>
                  <a:lnTo>
                    <a:pt x="691807" y="100457"/>
                  </a:lnTo>
                  <a:lnTo>
                    <a:pt x="713562" y="124637"/>
                  </a:lnTo>
                  <a:lnTo>
                    <a:pt x="738682" y="152298"/>
                  </a:lnTo>
                  <a:lnTo>
                    <a:pt x="769226" y="178320"/>
                  </a:lnTo>
                  <a:lnTo>
                    <a:pt x="808037" y="197637"/>
                  </a:lnTo>
                  <a:lnTo>
                    <a:pt x="857961" y="205206"/>
                  </a:lnTo>
                  <a:lnTo>
                    <a:pt x="907884" y="197637"/>
                  </a:lnTo>
                  <a:lnTo>
                    <a:pt x="946696" y="178320"/>
                  </a:lnTo>
                  <a:lnTo>
                    <a:pt x="977239" y="152298"/>
                  </a:lnTo>
                  <a:lnTo>
                    <a:pt x="1024115" y="100787"/>
                  </a:lnTo>
                  <a:lnTo>
                    <a:pt x="1044740" y="83121"/>
                  </a:lnTo>
                  <a:lnTo>
                    <a:pt x="1067346" y="72161"/>
                  </a:lnTo>
                  <a:lnTo>
                    <a:pt x="1095082" y="68402"/>
                  </a:lnTo>
                  <a:lnTo>
                    <a:pt x="1122832" y="72059"/>
                  </a:lnTo>
                  <a:lnTo>
                    <a:pt x="1145438" y="82842"/>
                  </a:lnTo>
                  <a:lnTo>
                    <a:pt x="1166050" y="100457"/>
                  </a:lnTo>
                  <a:lnTo>
                    <a:pt x="1187805" y="124637"/>
                  </a:lnTo>
                  <a:lnTo>
                    <a:pt x="1212938" y="152298"/>
                  </a:lnTo>
                  <a:lnTo>
                    <a:pt x="1243482" y="178320"/>
                  </a:lnTo>
                  <a:lnTo>
                    <a:pt x="1282280" y="197637"/>
                  </a:lnTo>
                  <a:lnTo>
                    <a:pt x="1332204" y="205206"/>
                  </a:lnTo>
                  <a:lnTo>
                    <a:pt x="1382128" y="197637"/>
                  </a:lnTo>
                  <a:lnTo>
                    <a:pt x="1420939" y="178320"/>
                  </a:lnTo>
                  <a:lnTo>
                    <a:pt x="1451483" y="152298"/>
                  </a:lnTo>
                  <a:lnTo>
                    <a:pt x="1498371" y="100787"/>
                  </a:lnTo>
                  <a:lnTo>
                    <a:pt x="1518983" y="83121"/>
                  </a:lnTo>
                  <a:lnTo>
                    <a:pt x="1541589" y="72161"/>
                  </a:lnTo>
                  <a:lnTo>
                    <a:pt x="1569339" y="68402"/>
                  </a:lnTo>
                  <a:lnTo>
                    <a:pt x="1582699" y="65722"/>
                  </a:lnTo>
                  <a:lnTo>
                    <a:pt x="1593557" y="58420"/>
                  </a:lnTo>
                  <a:lnTo>
                    <a:pt x="1600860" y="47561"/>
                  </a:lnTo>
                  <a:lnTo>
                    <a:pt x="1603540" y="34201"/>
                  </a:lnTo>
                  <a:close/>
                </a:path>
              </a:pathLst>
            </a:custGeom>
            <a:solidFill>
              <a:srgbClr val="679E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17019367" y="0"/>
            <a:ext cx="1268730" cy="1314450"/>
          </a:xfrm>
          <a:custGeom>
            <a:avLst/>
            <a:gdLst/>
            <a:ahLst/>
            <a:cxnLst/>
            <a:rect l="l" t="t" r="r" b="b"/>
            <a:pathLst>
              <a:path w="1268730" h="1314450">
                <a:moveTo>
                  <a:pt x="1268630" y="0"/>
                </a:moveTo>
                <a:lnTo>
                  <a:pt x="160647" y="0"/>
                </a:lnTo>
                <a:lnTo>
                  <a:pt x="154472" y="8141"/>
                </a:lnTo>
                <a:lnTo>
                  <a:pt x="128958" y="45912"/>
                </a:lnTo>
                <a:lnTo>
                  <a:pt x="105504" y="85124"/>
                </a:lnTo>
                <a:lnTo>
                  <a:pt x="84190" y="125697"/>
                </a:lnTo>
                <a:lnTo>
                  <a:pt x="65092" y="167554"/>
                </a:lnTo>
                <a:lnTo>
                  <a:pt x="48289" y="210618"/>
                </a:lnTo>
                <a:lnTo>
                  <a:pt x="33857" y="254811"/>
                </a:lnTo>
                <a:lnTo>
                  <a:pt x="21876" y="300055"/>
                </a:lnTo>
                <a:lnTo>
                  <a:pt x="12421" y="346273"/>
                </a:lnTo>
                <a:lnTo>
                  <a:pt x="5572" y="393386"/>
                </a:lnTo>
                <a:lnTo>
                  <a:pt x="1406" y="441317"/>
                </a:lnTo>
                <a:lnTo>
                  <a:pt x="0" y="489988"/>
                </a:lnTo>
                <a:lnTo>
                  <a:pt x="1403" y="538658"/>
                </a:lnTo>
                <a:lnTo>
                  <a:pt x="5567" y="586587"/>
                </a:lnTo>
                <a:lnTo>
                  <a:pt x="12414" y="633697"/>
                </a:lnTo>
                <a:lnTo>
                  <a:pt x="21866" y="679912"/>
                </a:lnTo>
                <a:lnTo>
                  <a:pt x="33847" y="725154"/>
                </a:lnTo>
                <a:lnTo>
                  <a:pt x="48277" y="769344"/>
                </a:lnTo>
                <a:lnTo>
                  <a:pt x="65080" y="812405"/>
                </a:lnTo>
                <a:lnTo>
                  <a:pt x="84177" y="854260"/>
                </a:lnTo>
                <a:lnTo>
                  <a:pt x="105491" y="894831"/>
                </a:lnTo>
                <a:lnTo>
                  <a:pt x="128944" y="934039"/>
                </a:lnTo>
                <a:lnTo>
                  <a:pt x="154459" y="971808"/>
                </a:lnTo>
                <a:lnTo>
                  <a:pt x="181958" y="1008059"/>
                </a:lnTo>
                <a:lnTo>
                  <a:pt x="211363" y="1042715"/>
                </a:lnTo>
                <a:lnTo>
                  <a:pt x="242596" y="1075699"/>
                </a:lnTo>
                <a:lnTo>
                  <a:pt x="275580" y="1106931"/>
                </a:lnTo>
                <a:lnTo>
                  <a:pt x="310236" y="1136336"/>
                </a:lnTo>
                <a:lnTo>
                  <a:pt x="346488" y="1163835"/>
                </a:lnTo>
                <a:lnTo>
                  <a:pt x="384258" y="1189350"/>
                </a:lnTo>
                <a:lnTo>
                  <a:pt x="423467" y="1212804"/>
                </a:lnTo>
                <a:lnTo>
                  <a:pt x="464039" y="1234119"/>
                </a:lnTo>
                <a:lnTo>
                  <a:pt x="505895" y="1253218"/>
                </a:lnTo>
                <a:lnTo>
                  <a:pt x="548958" y="1270022"/>
                </a:lnTo>
                <a:lnTo>
                  <a:pt x="593149" y="1284453"/>
                </a:lnTo>
                <a:lnTo>
                  <a:pt x="638393" y="1296436"/>
                </a:lnTo>
                <a:lnTo>
                  <a:pt x="684609" y="1305890"/>
                </a:lnTo>
                <a:lnTo>
                  <a:pt x="731722" y="1312740"/>
                </a:lnTo>
                <a:lnTo>
                  <a:pt x="748161" y="1314169"/>
                </a:lnTo>
                <a:lnTo>
                  <a:pt x="908487" y="1314169"/>
                </a:lnTo>
                <a:lnTo>
                  <a:pt x="972038" y="1305890"/>
                </a:lnTo>
                <a:lnTo>
                  <a:pt x="1018254" y="1296436"/>
                </a:lnTo>
                <a:lnTo>
                  <a:pt x="1063496" y="1284453"/>
                </a:lnTo>
                <a:lnTo>
                  <a:pt x="1107687" y="1270022"/>
                </a:lnTo>
                <a:lnTo>
                  <a:pt x="1150749" y="1253218"/>
                </a:lnTo>
                <a:lnTo>
                  <a:pt x="1192604" y="1234119"/>
                </a:lnTo>
                <a:lnTo>
                  <a:pt x="1233174" y="1212804"/>
                </a:lnTo>
                <a:lnTo>
                  <a:pt x="1268630" y="1191595"/>
                </a:lnTo>
                <a:lnTo>
                  <a:pt x="1268630" y="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28583" y="549095"/>
            <a:ext cx="152211" cy="15223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00348" y="549095"/>
            <a:ext cx="152211" cy="152234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7072106" y="54909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1" y="0"/>
                </a:moveTo>
                <a:lnTo>
                  <a:pt x="46497" y="5981"/>
                </a:lnTo>
                <a:lnTo>
                  <a:pt x="22295" y="22291"/>
                </a:lnTo>
                <a:lnTo>
                  <a:pt x="5981" y="46477"/>
                </a:lnTo>
                <a:lnTo>
                  <a:pt x="0" y="76087"/>
                </a:lnTo>
                <a:lnTo>
                  <a:pt x="5981" y="105706"/>
                </a:lnTo>
                <a:lnTo>
                  <a:pt x="22295" y="129913"/>
                </a:lnTo>
                <a:lnTo>
                  <a:pt x="46497" y="146243"/>
                </a:lnTo>
                <a:lnTo>
                  <a:pt x="76141" y="152234"/>
                </a:lnTo>
                <a:lnTo>
                  <a:pt x="105751" y="146243"/>
                </a:lnTo>
                <a:lnTo>
                  <a:pt x="129937" y="129913"/>
                </a:lnTo>
                <a:lnTo>
                  <a:pt x="146247" y="105706"/>
                </a:lnTo>
                <a:lnTo>
                  <a:pt x="152228" y="76087"/>
                </a:lnTo>
                <a:lnTo>
                  <a:pt x="146247" y="46477"/>
                </a:lnTo>
                <a:lnTo>
                  <a:pt x="129937" y="22291"/>
                </a:lnTo>
                <a:lnTo>
                  <a:pt x="105751" y="5981"/>
                </a:lnTo>
                <a:lnTo>
                  <a:pt x="76141" y="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7343859" y="54909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8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706"/>
                </a:lnTo>
                <a:lnTo>
                  <a:pt x="22298" y="129913"/>
                </a:lnTo>
                <a:lnTo>
                  <a:pt x="46502" y="146243"/>
                </a:lnTo>
                <a:lnTo>
                  <a:pt x="76147" y="152234"/>
                </a:lnTo>
                <a:lnTo>
                  <a:pt x="105757" y="146243"/>
                </a:lnTo>
                <a:lnTo>
                  <a:pt x="129943" y="129913"/>
                </a:lnTo>
                <a:lnTo>
                  <a:pt x="146253" y="105706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615617" y="54909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9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706"/>
                </a:lnTo>
                <a:lnTo>
                  <a:pt x="22298" y="129913"/>
                </a:lnTo>
                <a:lnTo>
                  <a:pt x="46502" y="146243"/>
                </a:lnTo>
                <a:lnTo>
                  <a:pt x="76147" y="152234"/>
                </a:lnTo>
                <a:lnTo>
                  <a:pt x="105757" y="146243"/>
                </a:lnTo>
                <a:lnTo>
                  <a:pt x="129943" y="129913"/>
                </a:lnTo>
                <a:lnTo>
                  <a:pt x="146253" y="105706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887376" y="54909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8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706"/>
                </a:lnTo>
                <a:lnTo>
                  <a:pt x="22298" y="129913"/>
                </a:lnTo>
                <a:lnTo>
                  <a:pt x="46502" y="146243"/>
                </a:lnTo>
                <a:lnTo>
                  <a:pt x="76147" y="152234"/>
                </a:lnTo>
                <a:lnTo>
                  <a:pt x="105757" y="146243"/>
                </a:lnTo>
                <a:lnTo>
                  <a:pt x="129943" y="129913"/>
                </a:lnTo>
                <a:lnTo>
                  <a:pt x="146253" y="105706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28583" y="277336"/>
            <a:ext cx="152211" cy="15217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00348" y="277336"/>
            <a:ext cx="152211" cy="152175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17072106" y="27733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1" y="0"/>
                </a:moveTo>
                <a:lnTo>
                  <a:pt x="46497" y="5981"/>
                </a:lnTo>
                <a:lnTo>
                  <a:pt x="22295" y="22291"/>
                </a:lnTo>
                <a:lnTo>
                  <a:pt x="5981" y="46477"/>
                </a:lnTo>
                <a:lnTo>
                  <a:pt x="0" y="76087"/>
                </a:lnTo>
                <a:lnTo>
                  <a:pt x="5981" y="105697"/>
                </a:lnTo>
                <a:lnTo>
                  <a:pt x="22295" y="129883"/>
                </a:lnTo>
                <a:lnTo>
                  <a:pt x="46497" y="146193"/>
                </a:lnTo>
                <a:lnTo>
                  <a:pt x="76141" y="152175"/>
                </a:lnTo>
                <a:lnTo>
                  <a:pt x="105751" y="146193"/>
                </a:lnTo>
                <a:lnTo>
                  <a:pt x="129937" y="129883"/>
                </a:lnTo>
                <a:lnTo>
                  <a:pt x="146247" y="105697"/>
                </a:lnTo>
                <a:lnTo>
                  <a:pt x="152228" y="76087"/>
                </a:lnTo>
                <a:lnTo>
                  <a:pt x="146247" y="46477"/>
                </a:lnTo>
                <a:lnTo>
                  <a:pt x="129937" y="22291"/>
                </a:lnTo>
                <a:lnTo>
                  <a:pt x="105751" y="5981"/>
                </a:lnTo>
                <a:lnTo>
                  <a:pt x="76141" y="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343859" y="27733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8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697"/>
                </a:lnTo>
                <a:lnTo>
                  <a:pt x="22298" y="129883"/>
                </a:lnTo>
                <a:lnTo>
                  <a:pt x="46502" y="146193"/>
                </a:lnTo>
                <a:lnTo>
                  <a:pt x="76147" y="152175"/>
                </a:lnTo>
                <a:lnTo>
                  <a:pt x="105757" y="146193"/>
                </a:lnTo>
                <a:lnTo>
                  <a:pt x="129943" y="129883"/>
                </a:lnTo>
                <a:lnTo>
                  <a:pt x="146253" y="105697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615617" y="27733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9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697"/>
                </a:lnTo>
                <a:lnTo>
                  <a:pt x="22298" y="129883"/>
                </a:lnTo>
                <a:lnTo>
                  <a:pt x="46502" y="146193"/>
                </a:lnTo>
                <a:lnTo>
                  <a:pt x="76147" y="152175"/>
                </a:lnTo>
                <a:lnTo>
                  <a:pt x="105757" y="146193"/>
                </a:lnTo>
                <a:lnTo>
                  <a:pt x="129943" y="129883"/>
                </a:lnTo>
                <a:lnTo>
                  <a:pt x="146253" y="105697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7887376" y="27733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8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697"/>
                </a:lnTo>
                <a:lnTo>
                  <a:pt x="22298" y="129883"/>
                </a:lnTo>
                <a:lnTo>
                  <a:pt x="46502" y="146193"/>
                </a:lnTo>
                <a:lnTo>
                  <a:pt x="76147" y="152175"/>
                </a:lnTo>
                <a:lnTo>
                  <a:pt x="105757" y="146193"/>
                </a:lnTo>
                <a:lnTo>
                  <a:pt x="129943" y="129883"/>
                </a:lnTo>
                <a:lnTo>
                  <a:pt x="146253" y="105697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28583" y="5578"/>
            <a:ext cx="152211" cy="15217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00348" y="5578"/>
            <a:ext cx="152211" cy="152175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17072106" y="557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1" y="0"/>
                </a:moveTo>
                <a:lnTo>
                  <a:pt x="46497" y="5981"/>
                </a:lnTo>
                <a:lnTo>
                  <a:pt x="22295" y="22291"/>
                </a:lnTo>
                <a:lnTo>
                  <a:pt x="5981" y="46477"/>
                </a:lnTo>
                <a:lnTo>
                  <a:pt x="0" y="76087"/>
                </a:lnTo>
                <a:lnTo>
                  <a:pt x="5981" y="105697"/>
                </a:lnTo>
                <a:lnTo>
                  <a:pt x="22295" y="129883"/>
                </a:lnTo>
                <a:lnTo>
                  <a:pt x="46497" y="146193"/>
                </a:lnTo>
                <a:lnTo>
                  <a:pt x="76141" y="152175"/>
                </a:lnTo>
                <a:lnTo>
                  <a:pt x="105751" y="146193"/>
                </a:lnTo>
                <a:lnTo>
                  <a:pt x="129937" y="129883"/>
                </a:lnTo>
                <a:lnTo>
                  <a:pt x="146247" y="105697"/>
                </a:lnTo>
                <a:lnTo>
                  <a:pt x="152228" y="76087"/>
                </a:lnTo>
                <a:lnTo>
                  <a:pt x="146247" y="46477"/>
                </a:lnTo>
                <a:lnTo>
                  <a:pt x="129937" y="22291"/>
                </a:lnTo>
                <a:lnTo>
                  <a:pt x="105751" y="5981"/>
                </a:lnTo>
                <a:lnTo>
                  <a:pt x="76141" y="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7343859" y="557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8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697"/>
                </a:lnTo>
                <a:lnTo>
                  <a:pt x="22298" y="129883"/>
                </a:lnTo>
                <a:lnTo>
                  <a:pt x="46502" y="146193"/>
                </a:lnTo>
                <a:lnTo>
                  <a:pt x="76147" y="152175"/>
                </a:lnTo>
                <a:lnTo>
                  <a:pt x="105757" y="146193"/>
                </a:lnTo>
                <a:lnTo>
                  <a:pt x="129943" y="129883"/>
                </a:lnTo>
                <a:lnTo>
                  <a:pt x="146253" y="105697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7615617" y="557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9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697"/>
                </a:lnTo>
                <a:lnTo>
                  <a:pt x="22298" y="129883"/>
                </a:lnTo>
                <a:lnTo>
                  <a:pt x="46502" y="146193"/>
                </a:lnTo>
                <a:lnTo>
                  <a:pt x="76147" y="152175"/>
                </a:lnTo>
                <a:lnTo>
                  <a:pt x="105757" y="146193"/>
                </a:lnTo>
                <a:lnTo>
                  <a:pt x="129943" y="129883"/>
                </a:lnTo>
                <a:lnTo>
                  <a:pt x="146253" y="105697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7887376" y="557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8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697"/>
                </a:lnTo>
                <a:lnTo>
                  <a:pt x="22298" y="129883"/>
                </a:lnTo>
                <a:lnTo>
                  <a:pt x="46502" y="146193"/>
                </a:lnTo>
                <a:lnTo>
                  <a:pt x="76147" y="152175"/>
                </a:lnTo>
                <a:lnTo>
                  <a:pt x="105757" y="146193"/>
                </a:lnTo>
                <a:lnTo>
                  <a:pt x="129943" y="129883"/>
                </a:lnTo>
                <a:lnTo>
                  <a:pt x="146253" y="105697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7343859" y="54909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8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706"/>
                </a:lnTo>
                <a:lnTo>
                  <a:pt x="22298" y="129913"/>
                </a:lnTo>
                <a:lnTo>
                  <a:pt x="46502" y="146243"/>
                </a:lnTo>
                <a:lnTo>
                  <a:pt x="76147" y="152234"/>
                </a:lnTo>
                <a:lnTo>
                  <a:pt x="105757" y="146243"/>
                </a:lnTo>
                <a:lnTo>
                  <a:pt x="129943" y="129913"/>
                </a:lnTo>
                <a:lnTo>
                  <a:pt x="146253" y="105706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7343859" y="557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8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697"/>
                </a:lnTo>
                <a:lnTo>
                  <a:pt x="22298" y="129883"/>
                </a:lnTo>
                <a:lnTo>
                  <a:pt x="46502" y="146193"/>
                </a:lnTo>
                <a:lnTo>
                  <a:pt x="76147" y="152175"/>
                </a:lnTo>
                <a:lnTo>
                  <a:pt x="105757" y="146193"/>
                </a:lnTo>
                <a:lnTo>
                  <a:pt x="129943" y="129883"/>
                </a:lnTo>
                <a:lnTo>
                  <a:pt x="146253" y="105697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7887376" y="54909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8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706"/>
                </a:lnTo>
                <a:lnTo>
                  <a:pt x="22298" y="129913"/>
                </a:lnTo>
                <a:lnTo>
                  <a:pt x="46502" y="146243"/>
                </a:lnTo>
                <a:lnTo>
                  <a:pt x="76147" y="152234"/>
                </a:lnTo>
                <a:lnTo>
                  <a:pt x="105757" y="146243"/>
                </a:lnTo>
                <a:lnTo>
                  <a:pt x="129943" y="129913"/>
                </a:lnTo>
                <a:lnTo>
                  <a:pt x="146253" y="105706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7887376" y="27733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8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697"/>
                </a:lnTo>
                <a:lnTo>
                  <a:pt x="22298" y="129883"/>
                </a:lnTo>
                <a:lnTo>
                  <a:pt x="46502" y="146193"/>
                </a:lnTo>
                <a:lnTo>
                  <a:pt x="76147" y="152175"/>
                </a:lnTo>
                <a:lnTo>
                  <a:pt x="105757" y="146193"/>
                </a:lnTo>
                <a:lnTo>
                  <a:pt x="129943" y="129883"/>
                </a:lnTo>
                <a:lnTo>
                  <a:pt x="146253" y="105697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7887376" y="557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8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697"/>
                </a:lnTo>
                <a:lnTo>
                  <a:pt x="22298" y="129883"/>
                </a:lnTo>
                <a:lnTo>
                  <a:pt x="46502" y="146193"/>
                </a:lnTo>
                <a:lnTo>
                  <a:pt x="76147" y="152175"/>
                </a:lnTo>
                <a:lnTo>
                  <a:pt x="105757" y="146193"/>
                </a:lnTo>
                <a:lnTo>
                  <a:pt x="129943" y="129883"/>
                </a:lnTo>
                <a:lnTo>
                  <a:pt x="146253" y="105697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7343859" y="27733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8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697"/>
                </a:lnTo>
                <a:lnTo>
                  <a:pt x="22298" y="129883"/>
                </a:lnTo>
                <a:lnTo>
                  <a:pt x="46502" y="146193"/>
                </a:lnTo>
                <a:lnTo>
                  <a:pt x="76147" y="152175"/>
                </a:lnTo>
                <a:lnTo>
                  <a:pt x="105757" y="146193"/>
                </a:lnTo>
                <a:lnTo>
                  <a:pt x="129943" y="129883"/>
                </a:lnTo>
                <a:lnTo>
                  <a:pt x="146253" y="105697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7097500" y="9629"/>
            <a:ext cx="127000" cy="148590"/>
          </a:xfrm>
          <a:custGeom>
            <a:avLst/>
            <a:gdLst/>
            <a:ahLst/>
            <a:cxnLst/>
            <a:rect l="l" t="t" r="r" b="b"/>
            <a:pathLst>
              <a:path w="127000" h="148590">
                <a:moveTo>
                  <a:pt x="75295" y="0"/>
                </a:moveTo>
                <a:lnTo>
                  <a:pt x="54355" y="30793"/>
                </a:lnTo>
                <a:lnTo>
                  <a:pt x="34809" y="62547"/>
                </a:lnTo>
                <a:lnTo>
                  <a:pt x="16683" y="95217"/>
                </a:lnTo>
                <a:lnTo>
                  <a:pt x="0" y="128759"/>
                </a:lnTo>
                <a:lnTo>
                  <a:pt x="10859" y="136862"/>
                </a:lnTo>
                <a:lnTo>
                  <a:pt x="23092" y="142954"/>
                </a:lnTo>
                <a:lnTo>
                  <a:pt x="36465" y="146790"/>
                </a:lnTo>
                <a:lnTo>
                  <a:pt x="50746" y="148123"/>
                </a:lnTo>
                <a:lnTo>
                  <a:pt x="80356" y="142142"/>
                </a:lnTo>
                <a:lnTo>
                  <a:pt x="104543" y="125832"/>
                </a:lnTo>
                <a:lnTo>
                  <a:pt x="120852" y="101646"/>
                </a:lnTo>
                <a:lnTo>
                  <a:pt x="126834" y="72035"/>
                </a:lnTo>
                <a:lnTo>
                  <a:pt x="122996" y="48111"/>
                </a:lnTo>
                <a:lnTo>
                  <a:pt x="112303" y="27303"/>
                </a:lnTo>
                <a:lnTo>
                  <a:pt x="95991" y="10853"/>
                </a:lnTo>
                <a:lnTo>
                  <a:pt x="75295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7072106" y="27733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1" y="0"/>
                </a:moveTo>
                <a:lnTo>
                  <a:pt x="46497" y="5981"/>
                </a:lnTo>
                <a:lnTo>
                  <a:pt x="22295" y="22291"/>
                </a:lnTo>
                <a:lnTo>
                  <a:pt x="5981" y="46477"/>
                </a:lnTo>
                <a:lnTo>
                  <a:pt x="0" y="76087"/>
                </a:lnTo>
                <a:lnTo>
                  <a:pt x="5981" y="105697"/>
                </a:lnTo>
                <a:lnTo>
                  <a:pt x="22295" y="129883"/>
                </a:lnTo>
                <a:lnTo>
                  <a:pt x="46497" y="146193"/>
                </a:lnTo>
                <a:lnTo>
                  <a:pt x="76141" y="152175"/>
                </a:lnTo>
                <a:lnTo>
                  <a:pt x="105751" y="146193"/>
                </a:lnTo>
                <a:lnTo>
                  <a:pt x="129937" y="129883"/>
                </a:lnTo>
                <a:lnTo>
                  <a:pt x="146247" y="105697"/>
                </a:lnTo>
                <a:lnTo>
                  <a:pt x="152228" y="76087"/>
                </a:lnTo>
                <a:lnTo>
                  <a:pt x="146247" y="46477"/>
                </a:lnTo>
                <a:lnTo>
                  <a:pt x="129937" y="22291"/>
                </a:lnTo>
                <a:lnTo>
                  <a:pt x="105751" y="5981"/>
                </a:lnTo>
                <a:lnTo>
                  <a:pt x="76141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7072106" y="54909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1" y="0"/>
                </a:moveTo>
                <a:lnTo>
                  <a:pt x="46497" y="5981"/>
                </a:lnTo>
                <a:lnTo>
                  <a:pt x="22295" y="22291"/>
                </a:lnTo>
                <a:lnTo>
                  <a:pt x="5981" y="46477"/>
                </a:lnTo>
                <a:lnTo>
                  <a:pt x="0" y="76087"/>
                </a:lnTo>
                <a:lnTo>
                  <a:pt x="5981" y="105706"/>
                </a:lnTo>
                <a:lnTo>
                  <a:pt x="22295" y="129913"/>
                </a:lnTo>
                <a:lnTo>
                  <a:pt x="46497" y="146243"/>
                </a:lnTo>
                <a:lnTo>
                  <a:pt x="76141" y="152234"/>
                </a:lnTo>
                <a:lnTo>
                  <a:pt x="105751" y="146243"/>
                </a:lnTo>
                <a:lnTo>
                  <a:pt x="129937" y="129913"/>
                </a:lnTo>
                <a:lnTo>
                  <a:pt x="146247" y="105706"/>
                </a:lnTo>
                <a:lnTo>
                  <a:pt x="152228" y="76087"/>
                </a:lnTo>
                <a:lnTo>
                  <a:pt x="146247" y="46477"/>
                </a:lnTo>
                <a:lnTo>
                  <a:pt x="129937" y="22291"/>
                </a:lnTo>
                <a:lnTo>
                  <a:pt x="105751" y="5981"/>
                </a:lnTo>
                <a:lnTo>
                  <a:pt x="76141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7615617" y="557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8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697"/>
                </a:lnTo>
                <a:lnTo>
                  <a:pt x="22299" y="129883"/>
                </a:lnTo>
                <a:lnTo>
                  <a:pt x="46502" y="146193"/>
                </a:lnTo>
                <a:lnTo>
                  <a:pt x="76147" y="152175"/>
                </a:lnTo>
                <a:lnTo>
                  <a:pt x="105757" y="146193"/>
                </a:lnTo>
                <a:lnTo>
                  <a:pt x="129943" y="129883"/>
                </a:lnTo>
                <a:lnTo>
                  <a:pt x="146253" y="105697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7615617" y="27733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8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697"/>
                </a:lnTo>
                <a:lnTo>
                  <a:pt x="22299" y="129883"/>
                </a:lnTo>
                <a:lnTo>
                  <a:pt x="46502" y="146193"/>
                </a:lnTo>
                <a:lnTo>
                  <a:pt x="76147" y="152175"/>
                </a:lnTo>
                <a:lnTo>
                  <a:pt x="105757" y="146193"/>
                </a:lnTo>
                <a:lnTo>
                  <a:pt x="129943" y="129883"/>
                </a:lnTo>
                <a:lnTo>
                  <a:pt x="146253" y="105697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7615617" y="54909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147" y="0"/>
                </a:moveTo>
                <a:lnTo>
                  <a:pt x="46502" y="5981"/>
                </a:lnTo>
                <a:lnTo>
                  <a:pt x="22298" y="22291"/>
                </a:lnTo>
                <a:lnTo>
                  <a:pt x="5982" y="46477"/>
                </a:lnTo>
                <a:lnTo>
                  <a:pt x="0" y="76087"/>
                </a:lnTo>
                <a:lnTo>
                  <a:pt x="5982" y="105706"/>
                </a:lnTo>
                <a:lnTo>
                  <a:pt x="22299" y="129913"/>
                </a:lnTo>
                <a:lnTo>
                  <a:pt x="46502" y="146243"/>
                </a:lnTo>
                <a:lnTo>
                  <a:pt x="76147" y="152234"/>
                </a:lnTo>
                <a:lnTo>
                  <a:pt x="105757" y="146243"/>
                </a:lnTo>
                <a:lnTo>
                  <a:pt x="129943" y="129913"/>
                </a:lnTo>
                <a:lnTo>
                  <a:pt x="146253" y="105706"/>
                </a:lnTo>
                <a:lnTo>
                  <a:pt x="152234" y="76087"/>
                </a:lnTo>
                <a:lnTo>
                  <a:pt x="146253" y="46477"/>
                </a:lnTo>
                <a:lnTo>
                  <a:pt x="129943" y="22291"/>
                </a:lnTo>
                <a:lnTo>
                  <a:pt x="105757" y="5981"/>
                </a:lnTo>
                <a:lnTo>
                  <a:pt x="76147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9" name="object 3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20514" y="3844500"/>
            <a:ext cx="1447799" cy="866774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32607" y="3972181"/>
            <a:ext cx="781049" cy="685799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774019" y="3759471"/>
            <a:ext cx="1095374" cy="1133474"/>
          </a:xfrm>
          <a:prstGeom prst="rect">
            <a:avLst/>
          </a:prstGeom>
        </p:spPr>
      </p:pic>
      <p:sp>
        <p:nvSpPr>
          <p:cNvPr id="42" name="object 4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51585" marR="5080" indent="-1239520">
              <a:lnSpc>
                <a:spcPct val="116100"/>
              </a:lnSpc>
              <a:spcBef>
                <a:spcPts val="100"/>
              </a:spcBef>
            </a:pPr>
            <a:r>
              <a:rPr spc="120" dirty="0"/>
              <a:t>SDG</a:t>
            </a:r>
            <a:r>
              <a:rPr spc="-45" dirty="0"/>
              <a:t> </a:t>
            </a:r>
            <a:r>
              <a:rPr spc="-565" dirty="0"/>
              <a:t>17</a:t>
            </a:r>
            <a:r>
              <a:rPr spc="-40" dirty="0"/>
              <a:t> </a:t>
            </a:r>
            <a:r>
              <a:rPr spc="-590" dirty="0"/>
              <a:t>–</a:t>
            </a:r>
            <a:r>
              <a:rPr spc="-40" dirty="0"/>
              <a:t> </a:t>
            </a:r>
            <a:r>
              <a:rPr spc="90" dirty="0"/>
              <a:t>Partnerships </a:t>
            </a:r>
            <a:r>
              <a:rPr dirty="0"/>
              <a:t>for</a:t>
            </a:r>
            <a:r>
              <a:rPr spc="15" dirty="0"/>
              <a:t> </a:t>
            </a:r>
            <a:r>
              <a:rPr spc="130" dirty="0"/>
              <a:t>the</a:t>
            </a:r>
            <a:r>
              <a:rPr spc="20" dirty="0"/>
              <a:t> </a:t>
            </a:r>
            <a:r>
              <a:rPr spc="45" dirty="0"/>
              <a:t>Goals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2718781" y="5201667"/>
            <a:ext cx="2501900" cy="2354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085" marR="164465" algn="ctr">
              <a:lnSpc>
                <a:spcPct val="116100"/>
              </a:lnSpc>
              <a:spcBef>
                <a:spcPts val="100"/>
              </a:spcBef>
            </a:pPr>
            <a:r>
              <a:rPr sz="2100" b="1" spc="55" dirty="0">
                <a:solidFill>
                  <a:srgbClr val="1B1B1B"/>
                </a:solidFill>
                <a:latin typeface="Tahoma"/>
                <a:cs typeface="Tahoma"/>
              </a:rPr>
              <a:t>Governments</a:t>
            </a:r>
            <a:r>
              <a:rPr sz="2100" b="1" spc="-1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-50" dirty="0">
                <a:solidFill>
                  <a:srgbClr val="1B1B1B"/>
                </a:solidFill>
                <a:latin typeface="Tahoma"/>
                <a:cs typeface="Tahoma"/>
              </a:rPr>
              <a:t>&amp; </a:t>
            </a:r>
            <a:r>
              <a:rPr sz="2100" b="1" spc="-10" dirty="0">
                <a:solidFill>
                  <a:srgbClr val="1B1B1B"/>
                </a:solidFill>
                <a:latin typeface="Tahoma"/>
                <a:cs typeface="Tahoma"/>
              </a:rPr>
              <a:t>Industries</a:t>
            </a:r>
            <a:endParaRPr sz="2100">
              <a:latin typeface="Tahoma"/>
              <a:cs typeface="Tahoma"/>
            </a:endParaRPr>
          </a:p>
          <a:p>
            <a:pPr marL="12065" marR="5080" algn="ctr">
              <a:lnSpc>
                <a:spcPct val="113599"/>
              </a:lnSpc>
              <a:spcBef>
                <a:spcPts val="1235"/>
              </a:spcBef>
            </a:pPr>
            <a:r>
              <a:rPr sz="165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Governments</a:t>
            </a:r>
            <a:r>
              <a:rPr sz="16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1B1B1B"/>
                </a:solidFill>
                <a:latin typeface="Lucida Sans Unicode"/>
                <a:cs typeface="Lucida Sans Unicode"/>
              </a:rPr>
              <a:t>set</a:t>
            </a:r>
            <a:r>
              <a:rPr sz="165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5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policies </a:t>
            </a:r>
            <a:r>
              <a:rPr sz="165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6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50" spc="-90" dirty="0">
                <a:solidFill>
                  <a:srgbClr val="1B1B1B"/>
                </a:solidFill>
                <a:latin typeface="Lucida Sans Unicode"/>
                <a:cs typeface="Lucida Sans Unicode"/>
              </a:rPr>
              <a:t>funding;</a:t>
            </a:r>
            <a:r>
              <a:rPr sz="16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industries </a:t>
            </a:r>
            <a:r>
              <a:rPr sz="165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drive</a:t>
            </a:r>
            <a:r>
              <a:rPr sz="16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innovation</a:t>
            </a:r>
            <a:r>
              <a:rPr sz="16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5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and </a:t>
            </a:r>
            <a:r>
              <a:rPr sz="16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implement</a:t>
            </a:r>
            <a:r>
              <a:rPr sz="165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sustainable </a:t>
            </a:r>
            <a:r>
              <a:rPr sz="165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technologies</a:t>
            </a:r>
            <a:r>
              <a:rPr sz="16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1B1B1B"/>
                </a:solidFill>
                <a:latin typeface="Lucida Sans Unicode"/>
                <a:cs typeface="Lucida Sans Unicode"/>
              </a:rPr>
              <a:t>at</a:t>
            </a:r>
            <a:r>
              <a:rPr sz="16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scale.</a:t>
            </a:r>
            <a:endParaRPr sz="1650">
              <a:latin typeface="Lucida Sans Unicode"/>
              <a:cs typeface="Lucida Sans Unicode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600684" y="5201667"/>
            <a:ext cx="3082290" cy="2354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6100"/>
              </a:lnSpc>
              <a:spcBef>
                <a:spcPts val="100"/>
              </a:spcBef>
            </a:pPr>
            <a:r>
              <a:rPr sz="2100" b="1" spc="45" dirty="0">
                <a:solidFill>
                  <a:srgbClr val="1B1B1B"/>
                </a:solidFill>
                <a:latin typeface="Tahoma"/>
                <a:cs typeface="Tahoma"/>
              </a:rPr>
              <a:t>Educational </a:t>
            </a:r>
            <a:r>
              <a:rPr sz="2100" b="1" dirty="0">
                <a:solidFill>
                  <a:srgbClr val="1B1B1B"/>
                </a:solidFill>
                <a:latin typeface="Tahoma"/>
                <a:cs typeface="Tahoma"/>
              </a:rPr>
              <a:t>Institutions</a:t>
            </a:r>
            <a:r>
              <a:rPr sz="2100" b="1" spc="-3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dirty="0">
                <a:solidFill>
                  <a:srgbClr val="1B1B1B"/>
                </a:solidFill>
                <a:latin typeface="Tahoma"/>
                <a:cs typeface="Tahoma"/>
              </a:rPr>
              <a:t>&amp;</a:t>
            </a:r>
            <a:r>
              <a:rPr sz="2100" b="1" spc="-3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-10" dirty="0">
                <a:solidFill>
                  <a:srgbClr val="1B1B1B"/>
                </a:solidFill>
                <a:latin typeface="Tahoma"/>
                <a:cs typeface="Tahoma"/>
              </a:rPr>
              <a:t>Citizens</a:t>
            </a:r>
            <a:endParaRPr sz="2100">
              <a:latin typeface="Tahoma"/>
              <a:cs typeface="Tahoma"/>
            </a:endParaRPr>
          </a:p>
          <a:p>
            <a:pPr marL="202565" marR="194945" indent="-635" algn="ctr">
              <a:lnSpc>
                <a:spcPct val="113599"/>
              </a:lnSpc>
              <a:spcBef>
                <a:spcPts val="1235"/>
              </a:spcBef>
            </a:pPr>
            <a:r>
              <a:rPr sz="165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Universities</a:t>
            </a:r>
            <a:r>
              <a:rPr sz="165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build</a:t>
            </a:r>
            <a:r>
              <a:rPr sz="165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5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green </a:t>
            </a:r>
            <a:r>
              <a:rPr sz="1650" spc="-95" dirty="0">
                <a:solidFill>
                  <a:srgbClr val="1B1B1B"/>
                </a:solidFill>
                <a:latin typeface="Lucida Sans Unicode"/>
                <a:cs typeface="Lucida Sans Unicode"/>
              </a:rPr>
              <a:t>skills;</a:t>
            </a:r>
            <a:r>
              <a:rPr sz="16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5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citizens</a:t>
            </a:r>
            <a:r>
              <a:rPr sz="16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5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adopt </a:t>
            </a:r>
            <a:r>
              <a:rPr sz="16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sustainable</a:t>
            </a:r>
            <a:r>
              <a:rPr sz="165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5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habits</a:t>
            </a:r>
            <a:r>
              <a:rPr sz="16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5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6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5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hold </a:t>
            </a:r>
            <a:r>
              <a:rPr sz="165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institutions</a:t>
            </a:r>
            <a:r>
              <a:rPr sz="165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5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accountable</a:t>
            </a:r>
            <a:r>
              <a:rPr sz="165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5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for </a:t>
            </a:r>
            <a:r>
              <a:rPr sz="1650" dirty="0">
                <a:solidFill>
                  <a:srgbClr val="1B1B1B"/>
                </a:solidFill>
                <a:latin typeface="Lucida Sans Unicode"/>
                <a:cs typeface="Lucida Sans Unicode"/>
              </a:rPr>
              <a:t>SDG</a:t>
            </a:r>
            <a:r>
              <a:rPr sz="16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progress.</a:t>
            </a:r>
            <a:endParaRPr sz="1650">
              <a:latin typeface="Lucida Sans Unicode"/>
              <a:cs typeface="Lucida Sans Unicode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2830837" y="5253331"/>
            <a:ext cx="2974975" cy="345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00" b="1" spc="50" dirty="0">
                <a:solidFill>
                  <a:srgbClr val="1B1B1B"/>
                </a:solidFill>
                <a:latin typeface="Tahoma"/>
                <a:cs typeface="Tahoma"/>
              </a:rPr>
              <a:t>Technology</a:t>
            </a:r>
            <a:r>
              <a:rPr sz="2100" b="1" spc="-8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dirty="0">
                <a:solidFill>
                  <a:srgbClr val="1B1B1B"/>
                </a:solidFill>
                <a:latin typeface="Tahoma"/>
                <a:cs typeface="Tahoma"/>
              </a:rPr>
              <a:t>&amp;</a:t>
            </a:r>
            <a:r>
              <a:rPr sz="2100" b="1" spc="-8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-55" dirty="0">
                <a:solidFill>
                  <a:srgbClr val="1B1B1B"/>
                </a:solidFill>
                <a:latin typeface="Tahoma"/>
                <a:cs typeface="Tahoma"/>
              </a:rPr>
              <a:t>AI</a:t>
            </a:r>
            <a:r>
              <a:rPr sz="2100" b="1" spc="-8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-20" dirty="0">
                <a:solidFill>
                  <a:srgbClr val="1B1B1B"/>
                </a:solidFill>
                <a:latin typeface="Tahoma"/>
                <a:cs typeface="Tahoma"/>
              </a:rPr>
              <a:t>Role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2972570" y="6101938"/>
            <a:ext cx="2691130" cy="1739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3599"/>
              </a:lnSpc>
              <a:spcBef>
                <a:spcPts val="100"/>
              </a:spcBef>
            </a:pPr>
            <a:r>
              <a:rPr sz="165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AI</a:t>
            </a:r>
            <a:r>
              <a:rPr sz="165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5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65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5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digital</a:t>
            </a:r>
            <a:r>
              <a:rPr sz="16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tools accelerate</a:t>
            </a:r>
            <a:r>
              <a:rPr sz="165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5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SDG </a:t>
            </a:r>
            <a:r>
              <a:rPr sz="165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achievement</a:t>
            </a:r>
            <a:r>
              <a:rPr sz="1650" spc="-10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5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through</a:t>
            </a:r>
            <a:r>
              <a:rPr sz="165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5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data-</a:t>
            </a:r>
            <a:r>
              <a:rPr sz="165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driven</a:t>
            </a:r>
            <a:r>
              <a:rPr sz="165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5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decisions,</a:t>
            </a:r>
            <a:r>
              <a:rPr sz="165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5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smart </a:t>
            </a:r>
            <a:r>
              <a:rPr sz="165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resource</a:t>
            </a:r>
            <a:r>
              <a:rPr sz="16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5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management,</a:t>
            </a:r>
            <a:r>
              <a:rPr sz="165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5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and </a:t>
            </a:r>
            <a:r>
              <a:rPr sz="16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global knowledge</a:t>
            </a:r>
            <a:r>
              <a:rPr sz="16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sharing.</a:t>
            </a:r>
            <a:endParaRPr sz="16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53277" y="3288569"/>
            <a:ext cx="5048250" cy="5400675"/>
            <a:chOff x="6453277" y="3288569"/>
            <a:chExt cx="5048250" cy="5400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53277" y="3288569"/>
              <a:ext cx="5048249" cy="54006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25577" y="5106231"/>
              <a:ext cx="695324" cy="9334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20228" y="7817802"/>
              <a:ext cx="895349" cy="8667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32266" y="3797323"/>
              <a:ext cx="1038224" cy="10382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02022" y="6399031"/>
              <a:ext cx="819149" cy="838199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-55"/>
            <a:ext cx="1603541" cy="155594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7295226" y="9247023"/>
            <a:ext cx="993140" cy="1040130"/>
          </a:xfrm>
          <a:custGeom>
            <a:avLst/>
            <a:gdLst/>
            <a:ahLst/>
            <a:cxnLst/>
            <a:rect l="l" t="t" r="r" b="b"/>
            <a:pathLst>
              <a:path w="993140" h="1040129">
                <a:moveTo>
                  <a:pt x="992772" y="1039976"/>
                </a:moveTo>
                <a:lnTo>
                  <a:pt x="0" y="1039976"/>
                </a:lnTo>
                <a:lnTo>
                  <a:pt x="1008" y="1036986"/>
                </a:lnTo>
                <a:lnTo>
                  <a:pt x="15185" y="997364"/>
                </a:lnTo>
                <a:lnTo>
                  <a:pt x="30328" y="958107"/>
                </a:lnTo>
                <a:lnTo>
                  <a:pt x="46432" y="919228"/>
                </a:lnTo>
                <a:lnTo>
                  <a:pt x="63483" y="880762"/>
                </a:lnTo>
                <a:lnTo>
                  <a:pt x="81475" y="842720"/>
                </a:lnTo>
                <a:lnTo>
                  <a:pt x="100393" y="805137"/>
                </a:lnTo>
                <a:lnTo>
                  <a:pt x="120231" y="768024"/>
                </a:lnTo>
                <a:lnTo>
                  <a:pt x="140970" y="731414"/>
                </a:lnTo>
                <a:lnTo>
                  <a:pt x="162604" y="695318"/>
                </a:lnTo>
                <a:lnTo>
                  <a:pt x="185115" y="659771"/>
                </a:lnTo>
                <a:lnTo>
                  <a:pt x="208495" y="624781"/>
                </a:lnTo>
                <a:lnTo>
                  <a:pt x="232722" y="590380"/>
                </a:lnTo>
                <a:lnTo>
                  <a:pt x="257791" y="556579"/>
                </a:lnTo>
                <a:lnTo>
                  <a:pt x="283677" y="523409"/>
                </a:lnTo>
                <a:lnTo>
                  <a:pt x="310374" y="490879"/>
                </a:lnTo>
                <a:lnTo>
                  <a:pt x="337857" y="459018"/>
                </a:lnTo>
                <a:lnTo>
                  <a:pt x="366117" y="427838"/>
                </a:lnTo>
                <a:lnTo>
                  <a:pt x="395130" y="397364"/>
                </a:lnTo>
                <a:lnTo>
                  <a:pt x="424887" y="367608"/>
                </a:lnTo>
                <a:lnTo>
                  <a:pt x="455360" y="338594"/>
                </a:lnTo>
                <a:lnTo>
                  <a:pt x="486541" y="310334"/>
                </a:lnTo>
                <a:lnTo>
                  <a:pt x="518402" y="282851"/>
                </a:lnTo>
                <a:lnTo>
                  <a:pt x="550932" y="256154"/>
                </a:lnTo>
                <a:lnTo>
                  <a:pt x="584102" y="230268"/>
                </a:lnTo>
                <a:lnTo>
                  <a:pt x="617903" y="205199"/>
                </a:lnTo>
                <a:lnTo>
                  <a:pt x="652303" y="180972"/>
                </a:lnTo>
                <a:lnTo>
                  <a:pt x="687293" y="157592"/>
                </a:lnTo>
                <a:lnTo>
                  <a:pt x="722841" y="135082"/>
                </a:lnTo>
                <a:lnTo>
                  <a:pt x="758937" y="113447"/>
                </a:lnTo>
                <a:lnTo>
                  <a:pt x="795547" y="92708"/>
                </a:lnTo>
                <a:lnTo>
                  <a:pt x="832660" y="72870"/>
                </a:lnTo>
                <a:lnTo>
                  <a:pt x="870243" y="53952"/>
                </a:lnTo>
                <a:lnTo>
                  <a:pt x="908285" y="35960"/>
                </a:lnTo>
                <a:lnTo>
                  <a:pt x="946751" y="18909"/>
                </a:lnTo>
                <a:lnTo>
                  <a:pt x="985630" y="2805"/>
                </a:lnTo>
                <a:lnTo>
                  <a:pt x="992772" y="0"/>
                </a:lnTo>
                <a:lnTo>
                  <a:pt x="992772" y="1039976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324026" y="844145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809079" y="844145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7280024" y="844145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736861" y="844145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152465" y="8482714"/>
            <a:ext cx="135890" cy="197485"/>
          </a:xfrm>
          <a:custGeom>
            <a:avLst/>
            <a:gdLst/>
            <a:ahLst/>
            <a:cxnLst/>
            <a:rect l="l" t="t" r="r" b="b"/>
            <a:pathLst>
              <a:path w="135890" h="197484">
                <a:moveTo>
                  <a:pt x="135533" y="197466"/>
                </a:moveTo>
                <a:lnTo>
                  <a:pt x="0" y="197466"/>
                </a:lnTo>
                <a:lnTo>
                  <a:pt x="135533" y="0"/>
                </a:lnTo>
                <a:lnTo>
                  <a:pt x="135533" y="197466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324026" y="8746373"/>
            <a:ext cx="335915" cy="238125"/>
          </a:xfrm>
          <a:custGeom>
            <a:avLst/>
            <a:gdLst/>
            <a:ahLst/>
            <a:cxnLst/>
            <a:rect l="l" t="t" r="r" b="b"/>
            <a:pathLst>
              <a:path w="335915" h="238125">
                <a:moveTo>
                  <a:pt x="335304" y="237642"/>
                </a:moveTo>
                <a:lnTo>
                  <a:pt x="0" y="237642"/>
                </a:lnTo>
                <a:lnTo>
                  <a:pt x="163854" y="0"/>
                </a:lnTo>
                <a:lnTo>
                  <a:pt x="335304" y="237642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809079" y="8746373"/>
            <a:ext cx="335915" cy="238125"/>
          </a:xfrm>
          <a:custGeom>
            <a:avLst/>
            <a:gdLst/>
            <a:ahLst/>
            <a:cxnLst/>
            <a:rect l="l" t="t" r="r" b="b"/>
            <a:pathLst>
              <a:path w="335915" h="238125">
                <a:moveTo>
                  <a:pt x="335304" y="237642"/>
                </a:moveTo>
                <a:lnTo>
                  <a:pt x="0" y="237642"/>
                </a:lnTo>
                <a:lnTo>
                  <a:pt x="163854" y="0"/>
                </a:lnTo>
                <a:lnTo>
                  <a:pt x="335304" y="237642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280024" y="8746373"/>
            <a:ext cx="335915" cy="238125"/>
          </a:xfrm>
          <a:custGeom>
            <a:avLst/>
            <a:gdLst/>
            <a:ahLst/>
            <a:cxnLst/>
            <a:rect l="l" t="t" r="r" b="b"/>
            <a:pathLst>
              <a:path w="335915" h="238125">
                <a:moveTo>
                  <a:pt x="335304" y="237642"/>
                </a:moveTo>
                <a:lnTo>
                  <a:pt x="0" y="237642"/>
                </a:lnTo>
                <a:lnTo>
                  <a:pt x="163854" y="0"/>
                </a:lnTo>
                <a:lnTo>
                  <a:pt x="335304" y="237642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736861" y="8746373"/>
            <a:ext cx="335915" cy="238125"/>
          </a:xfrm>
          <a:custGeom>
            <a:avLst/>
            <a:gdLst/>
            <a:ahLst/>
            <a:cxnLst/>
            <a:rect l="l" t="t" r="r" b="b"/>
            <a:pathLst>
              <a:path w="335915" h="238125">
                <a:moveTo>
                  <a:pt x="335304" y="237642"/>
                </a:moveTo>
                <a:lnTo>
                  <a:pt x="0" y="237642"/>
                </a:lnTo>
                <a:lnTo>
                  <a:pt x="163854" y="0"/>
                </a:lnTo>
                <a:lnTo>
                  <a:pt x="335304" y="237642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152465" y="8787447"/>
            <a:ext cx="135890" cy="196850"/>
          </a:xfrm>
          <a:custGeom>
            <a:avLst/>
            <a:gdLst/>
            <a:ahLst/>
            <a:cxnLst/>
            <a:rect l="l" t="t" r="r" b="b"/>
            <a:pathLst>
              <a:path w="135890" h="196850">
                <a:moveTo>
                  <a:pt x="135533" y="196568"/>
                </a:moveTo>
                <a:lnTo>
                  <a:pt x="0" y="196568"/>
                </a:lnTo>
                <a:lnTo>
                  <a:pt x="135533" y="0"/>
                </a:lnTo>
                <a:lnTo>
                  <a:pt x="135533" y="196568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324026" y="9064315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6809079" y="9064315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7280024" y="9064315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736861" y="9064315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152465" y="9105576"/>
            <a:ext cx="135890" cy="197485"/>
          </a:xfrm>
          <a:custGeom>
            <a:avLst/>
            <a:gdLst/>
            <a:ahLst/>
            <a:cxnLst/>
            <a:rect l="l" t="t" r="r" b="b"/>
            <a:pathLst>
              <a:path w="135890" h="197484">
                <a:moveTo>
                  <a:pt x="135533" y="197466"/>
                </a:moveTo>
                <a:lnTo>
                  <a:pt x="0" y="197466"/>
                </a:lnTo>
                <a:lnTo>
                  <a:pt x="135533" y="0"/>
                </a:lnTo>
                <a:lnTo>
                  <a:pt x="135533" y="197466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6324026" y="938334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6809079" y="938334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7280024" y="938334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7736861" y="938334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8152465" y="9424603"/>
            <a:ext cx="135890" cy="197485"/>
          </a:xfrm>
          <a:custGeom>
            <a:avLst/>
            <a:gdLst/>
            <a:ahLst/>
            <a:cxnLst/>
            <a:rect l="l" t="t" r="r" b="b"/>
            <a:pathLst>
              <a:path w="135890" h="197484">
                <a:moveTo>
                  <a:pt x="135533" y="197466"/>
                </a:moveTo>
                <a:lnTo>
                  <a:pt x="0" y="197466"/>
                </a:lnTo>
                <a:lnTo>
                  <a:pt x="135533" y="0"/>
                </a:lnTo>
                <a:lnTo>
                  <a:pt x="135533" y="197466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6324026" y="968826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6809079" y="968826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7280024" y="968826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7736861" y="968826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8152465" y="9729524"/>
            <a:ext cx="135890" cy="197485"/>
          </a:xfrm>
          <a:custGeom>
            <a:avLst/>
            <a:gdLst/>
            <a:ahLst/>
            <a:cxnLst/>
            <a:rect l="l" t="t" r="r" b="b"/>
            <a:pathLst>
              <a:path w="135890" h="197484">
                <a:moveTo>
                  <a:pt x="135533" y="197466"/>
                </a:moveTo>
                <a:lnTo>
                  <a:pt x="0" y="197466"/>
                </a:lnTo>
                <a:lnTo>
                  <a:pt x="135533" y="0"/>
                </a:lnTo>
                <a:lnTo>
                  <a:pt x="135533" y="197466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6324026" y="10020311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6809079" y="10020311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7280024" y="10020311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7736861" y="10020311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8152465" y="10061573"/>
            <a:ext cx="135890" cy="197485"/>
          </a:xfrm>
          <a:custGeom>
            <a:avLst/>
            <a:gdLst/>
            <a:ahLst/>
            <a:cxnLst/>
            <a:rect l="l" t="t" r="r" b="b"/>
            <a:pathLst>
              <a:path w="135890" h="197484">
                <a:moveTo>
                  <a:pt x="135533" y="197466"/>
                </a:moveTo>
                <a:lnTo>
                  <a:pt x="0" y="197466"/>
                </a:lnTo>
                <a:lnTo>
                  <a:pt x="135533" y="0"/>
                </a:lnTo>
                <a:lnTo>
                  <a:pt x="135533" y="197466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8445" marR="5080" indent="76200">
              <a:lnSpc>
                <a:spcPct val="116100"/>
              </a:lnSpc>
              <a:spcBef>
                <a:spcPts val="100"/>
              </a:spcBef>
            </a:pPr>
            <a:r>
              <a:rPr spc="100" dirty="0"/>
              <a:t>Learnings</a:t>
            </a:r>
            <a:r>
              <a:rPr spc="-30" dirty="0"/>
              <a:t> </a:t>
            </a:r>
            <a:r>
              <a:rPr spc="210" dirty="0"/>
              <a:t>from</a:t>
            </a:r>
            <a:r>
              <a:rPr spc="-30" dirty="0"/>
              <a:t> </a:t>
            </a:r>
            <a:r>
              <a:rPr spc="105" dirty="0"/>
              <a:t>the </a:t>
            </a:r>
            <a:r>
              <a:rPr spc="120" dirty="0"/>
              <a:t>Provided</a:t>
            </a:r>
            <a:r>
              <a:rPr spc="-10" dirty="0"/>
              <a:t> </a:t>
            </a:r>
            <a:r>
              <a:rPr spc="90" dirty="0"/>
              <a:t>Resources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1865245" y="4791771"/>
            <a:ext cx="4452620" cy="17303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47495">
              <a:lnSpc>
                <a:spcPct val="100000"/>
              </a:lnSpc>
              <a:spcBef>
                <a:spcPts val="120"/>
              </a:spcBef>
            </a:pPr>
            <a:r>
              <a:rPr sz="1900" b="1" spc="65" dirty="0">
                <a:solidFill>
                  <a:srgbClr val="1B1B1B"/>
                </a:solidFill>
                <a:latin typeface="Tahoma"/>
                <a:cs typeface="Tahoma"/>
              </a:rPr>
              <a:t>Data</a:t>
            </a:r>
            <a:r>
              <a:rPr sz="1900" b="1" spc="-3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900" b="1" spc="55" dirty="0">
                <a:solidFill>
                  <a:srgbClr val="1B1B1B"/>
                </a:solidFill>
                <a:latin typeface="Tahoma"/>
                <a:cs typeface="Tahoma"/>
              </a:rPr>
              <a:t>Centres</a:t>
            </a:r>
            <a:r>
              <a:rPr sz="1900" b="1" spc="-3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900" b="1" dirty="0">
                <a:solidFill>
                  <a:srgbClr val="1B1B1B"/>
                </a:solidFill>
                <a:latin typeface="Tahoma"/>
                <a:cs typeface="Tahoma"/>
              </a:rPr>
              <a:t>&amp;</a:t>
            </a:r>
            <a:r>
              <a:rPr sz="1900" b="1" spc="-3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900" b="1" spc="65" dirty="0">
                <a:solidFill>
                  <a:srgbClr val="1B1B1B"/>
                </a:solidFill>
                <a:latin typeface="Tahoma"/>
                <a:cs typeface="Tahoma"/>
              </a:rPr>
              <a:t>Energy</a:t>
            </a:r>
            <a:endParaRPr sz="1900">
              <a:latin typeface="Tahoma"/>
              <a:cs typeface="Tahoma"/>
            </a:endParaRPr>
          </a:p>
          <a:p>
            <a:pPr marL="41275" marR="5080" indent="-29209" algn="r">
              <a:lnSpc>
                <a:spcPct val="114599"/>
              </a:lnSpc>
              <a:spcBef>
                <a:spcPts val="1225"/>
              </a:spcBef>
            </a:pPr>
            <a:r>
              <a:rPr sz="18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Data</a:t>
            </a:r>
            <a:r>
              <a:rPr sz="1800" spc="-9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centres</a:t>
            </a:r>
            <a:r>
              <a:rPr sz="1800" spc="-9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consume</a:t>
            </a:r>
            <a:r>
              <a:rPr sz="1800" spc="-9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massive</a:t>
            </a:r>
            <a:r>
              <a:rPr sz="1800" spc="-9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electricity </a:t>
            </a:r>
            <a:r>
              <a:rPr sz="1800" spc="-90" dirty="0">
                <a:solidFill>
                  <a:srgbClr val="1B1B1B"/>
                </a:solidFill>
                <a:latin typeface="Lucida Sans Unicode"/>
                <a:cs typeface="Lucida Sans Unicode"/>
              </a:rPr>
              <a:t>for</a:t>
            </a:r>
            <a:r>
              <a:rPr sz="18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powering</a:t>
            </a:r>
            <a:r>
              <a:rPr sz="18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servers</a:t>
            </a:r>
            <a:r>
              <a:rPr sz="18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8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cooling</a:t>
            </a:r>
            <a:r>
              <a:rPr sz="18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systems, </a:t>
            </a:r>
            <a:r>
              <a:rPr sz="1800" spc="-100" dirty="0">
                <a:solidFill>
                  <a:srgbClr val="1B1B1B"/>
                </a:solidFill>
                <a:latin typeface="Lucida Sans Unicode"/>
                <a:cs typeface="Lucida Sans Unicode"/>
              </a:rPr>
              <a:t>making</a:t>
            </a:r>
            <a:r>
              <a:rPr sz="1800" spc="-9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energy</a:t>
            </a:r>
            <a:r>
              <a:rPr sz="1800" spc="-9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efficiency</a:t>
            </a:r>
            <a:r>
              <a:rPr sz="1800" spc="-9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1B1B1B"/>
                </a:solidFill>
                <a:latin typeface="Lucida Sans Unicode"/>
                <a:cs typeface="Lucida Sans Unicode"/>
              </a:rPr>
              <a:t>a</a:t>
            </a:r>
            <a:r>
              <a:rPr sz="1800" spc="-9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critical</a:t>
            </a:r>
            <a:endParaRPr sz="1800">
              <a:latin typeface="Lucida Sans Unicode"/>
              <a:cs typeface="Lucida Sans Unicode"/>
            </a:endParaRPr>
          </a:p>
          <a:p>
            <a:pPr marR="5080" algn="r">
              <a:lnSpc>
                <a:spcPct val="100000"/>
              </a:lnSpc>
              <a:spcBef>
                <a:spcPts val="315"/>
              </a:spcBef>
            </a:pPr>
            <a:r>
              <a:rPr sz="18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sustainability</a:t>
            </a:r>
            <a:r>
              <a:rPr sz="18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priority.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195793" y="7364669"/>
            <a:ext cx="4121785" cy="17303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31800">
              <a:lnSpc>
                <a:spcPct val="100000"/>
              </a:lnSpc>
              <a:spcBef>
                <a:spcPts val="120"/>
              </a:spcBef>
            </a:pPr>
            <a:r>
              <a:rPr sz="1900" b="1" spc="75" dirty="0">
                <a:solidFill>
                  <a:srgbClr val="1B1B1B"/>
                </a:solidFill>
                <a:latin typeface="Tahoma"/>
                <a:cs typeface="Tahoma"/>
              </a:rPr>
              <a:t>Carbon</a:t>
            </a:r>
            <a:r>
              <a:rPr sz="1900" b="1" spc="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900" b="1" spc="60" dirty="0">
                <a:solidFill>
                  <a:srgbClr val="1B1B1B"/>
                </a:solidFill>
                <a:latin typeface="Tahoma"/>
                <a:cs typeface="Tahoma"/>
              </a:rPr>
              <a:t>Emissions</a:t>
            </a:r>
            <a:r>
              <a:rPr sz="1900" b="1" spc="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900" b="1" spc="60" dirty="0">
                <a:solidFill>
                  <a:srgbClr val="1B1B1B"/>
                </a:solidFill>
                <a:latin typeface="Tahoma"/>
                <a:cs typeface="Tahoma"/>
              </a:rPr>
              <a:t>Reduction</a:t>
            </a:r>
            <a:endParaRPr sz="1900">
              <a:latin typeface="Tahoma"/>
              <a:cs typeface="Tahoma"/>
            </a:endParaRPr>
          </a:p>
          <a:p>
            <a:pPr marL="12700" marR="5080" indent="316230" algn="r">
              <a:lnSpc>
                <a:spcPct val="114599"/>
              </a:lnSpc>
              <a:spcBef>
                <a:spcPts val="1225"/>
              </a:spcBef>
            </a:pPr>
            <a:r>
              <a:rPr sz="18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Adopting</a:t>
            </a:r>
            <a:r>
              <a:rPr sz="18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renewable</a:t>
            </a:r>
            <a:r>
              <a:rPr sz="18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energy</a:t>
            </a:r>
            <a:r>
              <a:rPr sz="18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sources </a:t>
            </a:r>
            <a:r>
              <a:rPr sz="18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significantly</a:t>
            </a:r>
            <a:r>
              <a:rPr sz="1800" spc="-9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reduces</a:t>
            </a:r>
            <a:r>
              <a:rPr sz="18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carbon</a:t>
            </a:r>
            <a:r>
              <a:rPr sz="18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emissions </a:t>
            </a:r>
            <a:r>
              <a:rPr sz="18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8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helps</a:t>
            </a:r>
            <a:r>
              <a:rPr sz="18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organisations </a:t>
            </a:r>
            <a:r>
              <a:rPr sz="18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move</a:t>
            </a:r>
            <a:r>
              <a:rPr sz="18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toward </a:t>
            </a:r>
            <a:r>
              <a:rPr sz="18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net-</a:t>
            </a:r>
            <a:r>
              <a:rPr sz="1800" spc="-105" dirty="0">
                <a:solidFill>
                  <a:srgbClr val="1B1B1B"/>
                </a:solidFill>
                <a:latin typeface="Lucida Sans Unicode"/>
                <a:cs typeface="Lucida Sans Unicode"/>
              </a:rPr>
              <a:t>zero</a:t>
            </a:r>
            <a:r>
              <a:rPr sz="18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environmental</a:t>
            </a:r>
            <a:r>
              <a:rPr sz="18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impact.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1970638" y="3563971"/>
            <a:ext cx="4239260" cy="17303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65" dirty="0">
                <a:solidFill>
                  <a:srgbClr val="1B1B1B"/>
                </a:solidFill>
                <a:latin typeface="Tahoma"/>
                <a:cs typeface="Tahoma"/>
              </a:rPr>
              <a:t>Ecological</a:t>
            </a:r>
            <a:r>
              <a:rPr sz="1900" b="1" spc="1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900" b="1" spc="55" dirty="0">
                <a:solidFill>
                  <a:srgbClr val="1B1B1B"/>
                </a:solidFill>
                <a:latin typeface="Tahoma"/>
                <a:cs typeface="Tahoma"/>
              </a:rPr>
              <a:t>Footprint</a:t>
            </a:r>
            <a:r>
              <a:rPr sz="1900" b="1" spc="1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900" b="1" spc="50" dirty="0">
                <a:solidFill>
                  <a:srgbClr val="1B1B1B"/>
                </a:solidFill>
                <a:latin typeface="Tahoma"/>
                <a:cs typeface="Tahoma"/>
              </a:rPr>
              <a:t>Awareness</a:t>
            </a:r>
            <a:endParaRPr sz="1900">
              <a:latin typeface="Tahoma"/>
              <a:cs typeface="Tahoma"/>
            </a:endParaRPr>
          </a:p>
          <a:p>
            <a:pPr marL="12700" marR="5080">
              <a:lnSpc>
                <a:spcPct val="114599"/>
              </a:lnSpc>
              <a:spcBef>
                <a:spcPts val="1225"/>
              </a:spcBef>
            </a:pPr>
            <a:r>
              <a:rPr sz="18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Personal</a:t>
            </a:r>
            <a:r>
              <a:rPr sz="18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footprint</a:t>
            </a:r>
            <a:r>
              <a:rPr sz="18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calculators</a:t>
            </a:r>
            <a:r>
              <a:rPr sz="18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reveal </a:t>
            </a:r>
            <a:r>
              <a:rPr sz="18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individual</a:t>
            </a:r>
            <a:r>
              <a:rPr sz="18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environmental</a:t>
            </a:r>
            <a:r>
              <a:rPr sz="18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impact,</a:t>
            </a:r>
            <a:r>
              <a:rPr sz="18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raising </a:t>
            </a:r>
            <a:r>
              <a:rPr sz="18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awareness</a:t>
            </a:r>
            <a:r>
              <a:rPr sz="18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8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encouraging</a:t>
            </a:r>
            <a:r>
              <a:rPr sz="18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responsible </a:t>
            </a:r>
            <a:r>
              <a:rPr sz="18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lifestyle</a:t>
            </a:r>
            <a:r>
              <a:rPr sz="18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choices</a:t>
            </a:r>
            <a:r>
              <a:rPr sz="18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90" dirty="0">
                <a:solidFill>
                  <a:srgbClr val="1B1B1B"/>
                </a:solidFill>
                <a:latin typeface="Lucida Sans Unicode"/>
                <a:cs typeface="Lucida Sans Unicode"/>
              </a:rPr>
              <a:t>for</a:t>
            </a:r>
            <a:r>
              <a:rPr sz="18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sustainability.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1970638" y="6136869"/>
            <a:ext cx="4406900" cy="17303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dirty="0">
                <a:solidFill>
                  <a:srgbClr val="1B1B1B"/>
                </a:solidFill>
                <a:latin typeface="Tahoma"/>
                <a:cs typeface="Tahoma"/>
              </a:rPr>
              <a:t>AI</a:t>
            </a:r>
            <a:r>
              <a:rPr sz="1900" b="1" spc="-4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900" b="1" dirty="0">
                <a:solidFill>
                  <a:srgbClr val="1B1B1B"/>
                </a:solidFill>
                <a:latin typeface="Tahoma"/>
                <a:cs typeface="Tahoma"/>
              </a:rPr>
              <a:t>for</a:t>
            </a:r>
            <a:r>
              <a:rPr sz="1900" b="1" spc="-3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900" b="1" spc="-10" dirty="0">
                <a:solidFill>
                  <a:srgbClr val="1B1B1B"/>
                </a:solidFill>
                <a:latin typeface="Tahoma"/>
                <a:cs typeface="Tahoma"/>
              </a:rPr>
              <a:t>Sustainability</a:t>
            </a:r>
            <a:endParaRPr sz="1900">
              <a:latin typeface="Tahoma"/>
              <a:cs typeface="Tahoma"/>
            </a:endParaRPr>
          </a:p>
          <a:p>
            <a:pPr marL="12700" marR="5080">
              <a:lnSpc>
                <a:spcPct val="114599"/>
              </a:lnSpc>
              <a:spcBef>
                <a:spcPts val="1225"/>
              </a:spcBef>
            </a:pPr>
            <a:r>
              <a:rPr sz="18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AI </a:t>
            </a:r>
            <a:r>
              <a:rPr sz="18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optimises</a:t>
            </a:r>
            <a:r>
              <a:rPr sz="18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energy</a:t>
            </a:r>
            <a:r>
              <a:rPr sz="18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consumption, </a:t>
            </a:r>
            <a:r>
              <a:rPr sz="18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manages</a:t>
            </a:r>
            <a:r>
              <a:rPr sz="18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waste</a:t>
            </a:r>
            <a:r>
              <a:rPr sz="18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95" dirty="0">
                <a:solidFill>
                  <a:srgbClr val="1B1B1B"/>
                </a:solidFill>
                <a:latin typeface="Lucida Sans Unicode"/>
                <a:cs typeface="Lucida Sans Unicode"/>
              </a:rPr>
              <a:t>intelligently,</a:t>
            </a:r>
            <a:r>
              <a:rPr sz="18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8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drives </a:t>
            </a:r>
            <a:r>
              <a:rPr sz="18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smarter</a:t>
            </a:r>
            <a:r>
              <a:rPr sz="18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resource</a:t>
            </a:r>
            <a:r>
              <a:rPr sz="18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use</a:t>
            </a:r>
            <a:r>
              <a:rPr sz="1800" spc="-9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across</a:t>
            </a:r>
            <a:r>
              <a:rPr sz="18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industries</a:t>
            </a:r>
            <a:r>
              <a:rPr sz="18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to </a:t>
            </a:r>
            <a:r>
              <a:rPr sz="18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support</a:t>
            </a:r>
            <a:r>
              <a:rPr sz="18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sustainable</a:t>
            </a:r>
            <a:r>
              <a:rPr sz="18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development</a:t>
            </a:r>
            <a:r>
              <a:rPr sz="18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goals.</a:t>
            </a:r>
            <a:endParaRPr sz="1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30815" y="4515230"/>
            <a:ext cx="3460750" cy="4258310"/>
          </a:xfrm>
          <a:custGeom>
            <a:avLst/>
            <a:gdLst/>
            <a:ahLst/>
            <a:cxnLst/>
            <a:rect l="l" t="t" r="r" b="b"/>
            <a:pathLst>
              <a:path w="3460750" h="4258309">
                <a:moveTo>
                  <a:pt x="3460617" y="4258181"/>
                </a:moveTo>
                <a:lnTo>
                  <a:pt x="0" y="4258181"/>
                </a:lnTo>
                <a:lnTo>
                  <a:pt x="0" y="0"/>
                </a:lnTo>
                <a:lnTo>
                  <a:pt x="3460617" y="0"/>
                </a:lnTo>
                <a:lnTo>
                  <a:pt x="3460617" y="4258181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413690" y="4515230"/>
            <a:ext cx="3460750" cy="4258310"/>
          </a:xfrm>
          <a:custGeom>
            <a:avLst/>
            <a:gdLst/>
            <a:ahLst/>
            <a:cxnLst/>
            <a:rect l="l" t="t" r="r" b="b"/>
            <a:pathLst>
              <a:path w="3460750" h="4258309">
                <a:moveTo>
                  <a:pt x="3460617" y="4258181"/>
                </a:moveTo>
                <a:lnTo>
                  <a:pt x="0" y="4258181"/>
                </a:lnTo>
                <a:lnTo>
                  <a:pt x="0" y="0"/>
                </a:lnTo>
                <a:lnTo>
                  <a:pt x="3460617" y="0"/>
                </a:lnTo>
                <a:lnTo>
                  <a:pt x="3460617" y="4258181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093508" y="4515230"/>
            <a:ext cx="3460750" cy="4258310"/>
          </a:xfrm>
          <a:custGeom>
            <a:avLst/>
            <a:gdLst/>
            <a:ahLst/>
            <a:cxnLst/>
            <a:rect l="l" t="t" r="r" b="b"/>
            <a:pathLst>
              <a:path w="3460750" h="4258309">
                <a:moveTo>
                  <a:pt x="3460617" y="4258181"/>
                </a:moveTo>
                <a:lnTo>
                  <a:pt x="0" y="4258181"/>
                </a:lnTo>
                <a:lnTo>
                  <a:pt x="0" y="0"/>
                </a:lnTo>
                <a:lnTo>
                  <a:pt x="3460617" y="0"/>
                </a:lnTo>
                <a:lnTo>
                  <a:pt x="3460617" y="4258181"/>
                </a:lnTo>
                <a:close/>
              </a:path>
            </a:pathLst>
          </a:custGeom>
          <a:solidFill>
            <a:srgbClr val="DBECC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2347" y="4869857"/>
            <a:ext cx="866774" cy="14954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73817" y="4759842"/>
            <a:ext cx="1057274" cy="10477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68614" y="5083788"/>
            <a:ext cx="1057274" cy="962024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5855" marR="5080" indent="-189865">
              <a:lnSpc>
                <a:spcPct val="116100"/>
              </a:lnSpc>
              <a:spcBef>
                <a:spcPts val="100"/>
              </a:spcBef>
            </a:pPr>
            <a:r>
              <a:rPr spc="120" dirty="0"/>
              <a:t>Data</a:t>
            </a:r>
            <a:r>
              <a:rPr spc="-25" dirty="0"/>
              <a:t> </a:t>
            </a:r>
            <a:r>
              <a:rPr spc="90" dirty="0"/>
              <a:t>Centres</a:t>
            </a:r>
            <a:r>
              <a:rPr spc="-25" dirty="0"/>
              <a:t> </a:t>
            </a:r>
            <a:r>
              <a:rPr spc="-315" dirty="0"/>
              <a:t>&amp; </a:t>
            </a:r>
            <a:r>
              <a:rPr spc="55" dirty="0"/>
              <a:t>Sustainability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730815" y="3257431"/>
            <a:ext cx="3460750" cy="1257935"/>
          </a:xfrm>
          <a:prstGeom prst="rect">
            <a:avLst/>
          </a:prstGeom>
          <a:solidFill>
            <a:srgbClr val="AED581"/>
          </a:solidFill>
        </p:spPr>
        <p:txBody>
          <a:bodyPr vert="horz" wrap="square" lIns="0" tIns="205740" rIns="0" bIns="0" rtlCol="0">
            <a:spAutoFit/>
          </a:bodyPr>
          <a:lstStyle/>
          <a:p>
            <a:pPr marL="784225" marR="776605" indent="79375">
              <a:lnSpc>
                <a:spcPct val="116100"/>
              </a:lnSpc>
              <a:spcBef>
                <a:spcPts val="1620"/>
              </a:spcBef>
            </a:pPr>
            <a:r>
              <a:rPr sz="2100" b="1" spc="70" dirty="0">
                <a:solidFill>
                  <a:srgbClr val="1B1B1B"/>
                </a:solidFill>
                <a:latin typeface="Tahoma"/>
                <a:cs typeface="Tahoma"/>
              </a:rPr>
              <a:t>High</a:t>
            </a:r>
            <a:r>
              <a:rPr sz="2100" b="1" spc="-2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55" dirty="0">
                <a:solidFill>
                  <a:srgbClr val="1B1B1B"/>
                </a:solidFill>
                <a:latin typeface="Tahoma"/>
                <a:cs typeface="Tahoma"/>
              </a:rPr>
              <a:t>Energy </a:t>
            </a:r>
            <a:r>
              <a:rPr sz="2100" b="1" spc="60" dirty="0">
                <a:solidFill>
                  <a:srgbClr val="1B1B1B"/>
                </a:solidFill>
                <a:latin typeface="Tahoma"/>
                <a:cs typeface="Tahoma"/>
              </a:rPr>
              <a:t>Consumption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30815" y="4515230"/>
            <a:ext cx="3460750" cy="425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endParaRPr sz="1550">
              <a:latin typeface="Times New Roman"/>
              <a:cs typeface="Times New Roman"/>
            </a:endParaRPr>
          </a:p>
          <a:p>
            <a:pPr marL="401320" marR="393700" indent="-635" algn="ctr">
              <a:lnSpc>
                <a:spcPct val="116900"/>
              </a:lnSpc>
              <a:spcBef>
                <a:spcPts val="5"/>
              </a:spcBef>
            </a:pP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Data</a:t>
            </a:r>
            <a:r>
              <a:rPr sz="155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1B1B1B"/>
                </a:solidFill>
                <a:latin typeface="Lucida Sans Unicode"/>
                <a:cs typeface="Lucida Sans Unicode"/>
              </a:rPr>
              <a:t>centres</a:t>
            </a:r>
            <a:r>
              <a:rPr sz="155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consume </a:t>
            </a:r>
            <a:r>
              <a:rPr sz="155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massive</a:t>
            </a:r>
            <a:r>
              <a:rPr sz="15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1B1B1B"/>
                </a:solidFill>
                <a:latin typeface="Lucida Sans Unicode"/>
                <a:cs typeface="Lucida Sans Unicode"/>
              </a:rPr>
              <a:t>electricity</a:t>
            </a:r>
            <a:r>
              <a:rPr sz="15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1B1B1B"/>
                </a:solidFill>
                <a:latin typeface="Lucida Sans Unicode"/>
                <a:cs typeface="Lucida Sans Unicode"/>
              </a:rPr>
              <a:t>to</a:t>
            </a:r>
            <a:r>
              <a:rPr sz="15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power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servers</a:t>
            </a:r>
            <a:r>
              <a:rPr sz="1550" spc="-10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550" spc="-9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cooling</a:t>
            </a:r>
            <a:r>
              <a:rPr sz="155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systems, </a:t>
            </a:r>
            <a:r>
              <a:rPr sz="155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contributing</a:t>
            </a:r>
            <a:r>
              <a:rPr sz="1550" spc="-1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significantly</a:t>
            </a:r>
            <a:r>
              <a:rPr sz="1550" spc="-1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to </a:t>
            </a:r>
            <a:r>
              <a:rPr sz="155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global</a:t>
            </a:r>
            <a:r>
              <a:rPr sz="155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carbon</a:t>
            </a:r>
            <a:r>
              <a:rPr sz="155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emissions.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13690" y="3257431"/>
            <a:ext cx="3460750" cy="1257935"/>
          </a:xfrm>
          <a:prstGeom prst="rect">
            <a:avLst/>
          </a:prstGeom>
          <a:solidFill>
            <a:srgbClr val="679E37"/>
          </a:solidFill>
        </p:spPr>
        <p:txBody>
          <a:bodyPr vert="horz" wrap="square" lIns="0" tIns="205740" rIns="0" bIns="0" rtlCol="0">
            <a:spAutoFit/>
          </a:bodyPr>
          <a:lstStyle/>
          <a:p>
            <a:pPr marL="819785" marR="411480" indent="-401320">
              <a:lnSpc>
                <a:spcPct val="116100"/>
              </a:lnSpc>
              <a:spcBef>
                <a:spcPts val="1620"/>
              </a:spcBef>
            </a:pPr>
            <a:r>
              <a:rPr sz="2100" b="1" spc="45" dirty="0">
                <a:solidFill>
                  <a:srgbClr val="1B1B1B"/>
                </a:solidFill>
                <a:latin typeface="Tahoma"/>
                <a:cs typeface="Tahoma"/>
              </a:rPr>
              <a:t>Renewable</a:t>
            </a:r>
            <a:r>
              <a:rPr sz="2100" b="1" spc="1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55" dirty="0">
                <a:solidFill>
                  <a:srgbClr val="1B1B1B"/>
                </a:solidFill>
                <a:latin typeface="Tahoma"/>
                <a:cs typeface="Tahoma"/>
              </a:rPr>
              <a:t>Energy </a:t>
            </a:r>
            <a:r>
              <a:rPr sz="2100" b="1" spc="50" dirty="0">
                <a:solidFill>
                  <a:srgbClr val="1B1B1B"/>
                </a:solidFill>
                <a:latin typeface="Tahoma"/>
                <a:cs typeface="Tahoma"/>
              </a:rPr>
              <a:t>Data</a:t>
            </a:r>
            <a:r>
              <a:rPr sz="2100" b="1" spc="-1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35" dirty="0">
                <a:solidFill>
                  <a:srgbClr val="1B1B1B"/>
                </a:solidFill>
                <a:latin typeface="Tahoma"/>
                <a:cs typeface="Tahoma"/>
              </a:rPr>
              <a:t>Centres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093508" y="3257431"/>
            <a:ext cx="3460750" cy="1257935"/>
          </a:xfrm>
          <a:prstGeom prst="rect">
            <a:avLst/>
          </a:prstGeom>
          <a:solidFill>
            <a:srgbClr val="AED581"/>
          </a:solidFill>
        </p:spPr>
        <p:txBody>
          <a:bodyPr vert="horz" wrap="square" lIns="0" tIns="205740" rIns="0" bIns="0" rtlCol="0">
            <a:spAutoFit/>
          </a:bodyPr>
          <a:lstStyle/>
          <a:p>
            <a:pPr marL="793750" marR="346075" indent="-440690">
              <a:lnSpc>
                <a:spcPct val="116100"/>
              </a:lnSpc>
              <a:spcBef>
                <a:spcPts val="1620"/>
              </a:spcBef>
            </a:pPr>
            <a:r>
              <a:rPr sz="2100" b="1" spc="-100" dirty="0">
                <a:solidFill>
                  <a:srgbClr val="1B1B1B"/>
                </a:solidFill>
                <a:latin typeface="Tahoma"/>
                <a:cs typeface="Tahoma"/>
              </a:rPr>
              <a:t>AI-</a:t>
            </a:r>
            <a:r>
              <a:rPr sz="2100" b="1" dirty="0">
                <a:solidFill>
                  <a:srgbClr val="1B1B1B"/>
                </a:solidFill>
                <a:latin typeface="Tahoma"/>
                <a:cs typeface="Tahoma"/>
              </a:rPr>
              <a:t>Driven</a:t>
            </a:r>
            <a:r>
              <a:rPr sz="2100" b="1" spc="25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45" dirty="0">
                <a:solidFill>
                  <a:srgbClr val="1B1B1B"/>
                </a:solidFill>
                <a:latin typeface="Tahoma"/>
                <a:cs typeface="Tahoma"/>
              </a:rPr>
              <a:t>Workload </a:t>
            </a:r>
            <a:r>
              <a:rPr sz="2100" b="1" spc="70" dirty="0">
                <a:solidFill>
                  <a:srgbClr val="1B1B1B"/>
                </a:solidFill>
                <a:latin typeface="Tahoma"/>
                <a:cs typeface="Tahoma"/>
              </a:rPr>
              <a:t>Management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13690" y="4515230"/>
            <a:ext cx="3460750" cy="425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endParaRPr sz="1550">
              <a:latin typeface="Times New Roman"/>
              <a:cs typeface="Times New Roman"/>
            </a:endParaRPr>
          </a:p>
          <a:p>
            <a:pPr marL="451484" marR="443865" indent="-635" algn="ctr">
              <a:lnSpc>
                <a:spcPct val="116900"/>
              </a:lnSpc>
              <a:spcBef>
                <a:spcPts val="5"/>
              </a:spcBef>
            </a:pPr>
            <a:r>
              <a:rPr sz="155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Emerging</a:t>
            </a:r>
            <a:r>
              <a:rPr sz="15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trend:</a:t>
            </a:r>
            <a:r>
              <a:rPr sz="15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data </a:t>
            </a:r>
            <a:r>
              <a:rPr sz="1550" dirty="0">
                <a:solidFill>
                  <a:srgbClr val="1B1B1B"/>
                </a:solidFill>
                <a:latin typeface="Lucida Sans Unicode"/>
                <a:cs typeface="Lucida Sans Unicode"/>
              </a:rPr>
              <a:t>centres</a:t>
            </a:r>
            <a:r>
              <a:rPr sz="15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powered</a:t>
            </a:r>
            <a:r>
              <a:rPr sz="155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1B1B1B"/>
                </a:solidFill>
                <a:latin typeface="Lucida Sans Unicode"/>
                <a:cs typeface="Lucida Sans Unicode"/>
              </a:rPr>
              <a:t>by</a:t>
            </a:r>
            <a:r>
              <a:rPr sz="155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solar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55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wind</a:t>
            </a:r>
            <a:r>
              <a:rPr sz="155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energy,</a:t>
            </a:r>
            <a:r>
              <a:rPr sz="155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enabling </a:t>
            </a:r>
            <a:r>
              <a:rPr sz="155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green</a:t>
            </a:r>
            <a:r>
              <a:rPr sz="15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cloud</a:t>
            </a:r>
            <a:r>
              <a:rPr sz="15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computing</a:t>
            </a:r>
            <a:r>
              <a:rPr sz="155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and </a:t>
            </a:r>
            <a:r>
              <a:rPr sz="1550" dirty="0">
                <a:solidFill>
                  <a:srgbClr val="1B1B1B"/>
                </a:solidFill>
                <a:latin typeface="Lucida Sans Unicode"/>
                <a:cs typeface="Lucida Sans Unicode"/>
              </a:rPr>
              <a:t>reduced</a:t>
            </a:r>
            <a:r>
              <a:rPr sz="155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carbon</a:t>
            </a:r>
            <a:r>
              <a:rPr sz="155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footprint.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093508" y="4515230"/>
            <a:ext cx="3460750" cy="425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endParaRPr sz="1550">
              <a:latin typeface="Times New Roman"/>
              <a:cs typeface="Times New Roman"/>
            </a:endParaRPr>
          </a:p>
          <a:p>
            <a:pPr marL="390525" marR="382905" indent="-635" algn="ctr">
              <a:lnSpc>
                <a:spcPct val="116900"/>
              </a:lnSpc>
              <a:spcBef>
                <a:spcPts val="5"/>
              </a:spcBef>
            </a:pPr>
            <a:r>
              <a:rPr sz="15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AI</a:t>
            </a:r>
            <a:r>
              <a:rPr sz="155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optimizes</a:t>
            </a:r>
            <a:r>
              <a:rPr sz="155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server </a:t>
            </a:r>
            <a:r>
              <a:rPr sz="155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workloads,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balances</a:t>
            </a:r>
            <a:r>
              <a:rPr sz="155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energy </a:t>
            </a:r>
            <a:r>
              <a:rPr sz="155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demand,</a:t>
            </a:r>
            <a:r>
              <a:rPr sz="155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550" spc="-9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1B1B1B"/>
                </a:solidFill>
                <a:latin typeface="Lucida Sans Unicode"/>
                <a:cs typeface="Lucida Sans Unicode"/>
              </a:rPr>
              <a:t>reduces</a:t>
            </a:r>
            <a:r>
              <a:rPr sz="1550" spc="-9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idle </a:t>
            </a:r>
            <a:r>
              <a:rPr sz="155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power</a:t>
            </a:r>
            <a:r>
              <a:rPr sz="155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usage</a:t>
            </a:r>
            <a:r>
              <a:rPr sz="155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225" dirty="0">
                <a:solidFill>
                  <a:srgbClr val="1B1B1B"/>
                </a:solidFill>
                <a:latin typeface="Lucida Sans Unicode"/>
                <a:cs typeface="Lucida Sans Unicode"/>
              </a:rPr>
              <a:t>—</a:t>
            </a:r>
            <a:r>
              <a:rPr sz="155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making</a:t>
            </a:r>
            <a:r>
              <a:rPr sz="155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data </a:t>
            </a:r>
            <a:r>
              <a:rPr sz="1550" dirty="0">
                <a:solidFill>
                  <a:srgbClr val="1B1B1B"/>
                </a:solidFill>
                <a:latin typeface="Lucida Sans Unicode"/>
                <a:cs typeface="Lucida Sans Unicode"/>
              </a:rPr>
              <a:t>centres</a:t>
            </a:r>
            <a:r>
              <a:rPr sz="155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smarter</a:t>
            </a:r>
            <a:r>
              <a:rPr sz="15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5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greener.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6397623" y="8715354"/>
            <a:ext cx="66040" cy="902969"/>
          </a:xfrm>
          <a:custGeom>
            <a:avLst/>
            <a:gdLst/>
            <a:ahLst/>
            <a:cxnLst/>
            <a:rect l="l" t="t" r="r" b="b"/>
            <a:pathLst>
              <a:path w="66040" h="902970">
                <a:moveTo>
                  <a:pt x="65505" y="0"/>
                </a:moveTo>
                <a:lnTo>
                  <a:pt x="0" y="0"/>
                </a:lnTo>
                <a:lnTo>
                  <a:pt x="0" y="902965"/>
                </a:lnTo>
                <a:lnTo>
                  <a:pt x="65505" y="902965"/>
                </a:lnTo>
                <a:lnTo>
                  <a:pt x="65505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514602" y="8621709"/>
            <a:ext cx="66040" cy="903605"/>
          </a:xfrm>
          <a:custGeom>
            <a:avLst/>
            <a:gdLst/>
            <a:ahLst/>
            <a:cxnLst/>
            <a:rect l="l" t="t" r="r" b="b"/>
            <a:pathLst>
              <a:path w="66040" h="903604">
                <a:moveTo>
                  <a:pt x="65495" y="0"/>
                </a:moveTo>
                <a:lnTo>
                  <a:pt x="0" y="0"/>
                </a:lnTo>
                <a:lnTo>
                  <a:pt x="0" y="903058"/>
                </a:lnTo>
                <a:lnTo>
                  <a:pt x="65495" y="903058"/>
                </a:lnTo>
                <a:lnTo>
                  <a:pt x="65495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16631570" y="8348001"/>
            <a:ext cx="1656714" cy="1939289"/>
            <a:chOff x="16631570" y="8348001"/>
            <a:chExt cx="1656714" cy="1939289"/>
          </a:xfrm>
        </p:grpSpPr>
        <p:sp>
          <p:nvSpPr>
            <p:cNvPr id="18" name="object 18"/>
            <p:cNvSpPr/>
            <p:nvPr/>
          </p:nvSpPr>
          <p:spPr>
            <a:xfrm>
              <a:off x="16635020" y="8348001"/>
              <a:ext cx="1653539" cy="1939289"/>
            </a:xfrm>
            <a:custGeom>
              <a:avLst/>
              <a:gdLst/>
              <a:ahLst/>
              <a:cxnLst/>
              <a:rect l="l" t="t" r="r" b="b"/>
              <a:pathLst>
                <a:path w="1653540" h="1939290">
                  <a:moveTo>
                    <a:pt x="1652968" y="1576146"/>
                  </a:moveTo>
                  <a:lnTo>
                    <a:pt x="1290116" y="1939010"/>
                  </a:lnTo>
                  <a:lnTo>
                    <a:pt x="1652968" y="1939010"/>
                  </a:lnTo>
                  <a:lnTo>
                    <a:pt x="1652968" y="1576146"/>
                  </a:lnTo>
                  <a:close/>
                </a:path>
                <a:path w="1653540" h="1939290">
                  <a:moveTo>
                    <a:pt x="1652968" y="42303"/>
                  </a:moveTo>
                  <a:lnTo>
                    <a:pt x="1609966" y="31864"/>
                  </a:lnTo>
                  <a:lnTo>
                    <a:pt x="1565706" y="22694"/>
                  </a:lnTo>
                  <a:lnTo>
                    <a:pt x="1521218" y="15062"/>
                  </a:lnTo>
                  <a:lnTo>
                    <a:pt x="1476527" y="8966"/>
                  </a:lnTo>
                  <a:lnTo>
                    <a:pt x="1431696" y="4381"/>
                  </a:lnTo>
                  <a:lnTo>
                    <a:pt x="1386751" y="1333"/>
                  </a:lnTo>
                  <a:lnTo>
                    <a:pt x="1347774" y="0"/>
                  </a:lnTo>
                  <a:lnTo>
                    <a:pt x="1290713" y="0"/>
                  </a:lnTo>
                  <a:lnTo>
                    <a:pt x="1251724" y="1333"/>
                  </a:lnTo>
                  <a:lnTo>
                    <a:pt x="1206792" y="4381"/>
                  </a:lnTo>
                  <a:lnTo>
                    <a:pt x="1161961" y="8966"/>
                  </a:lnTo>
                  <a:lnTo>
                    <a:pt x="1117269" y="15062"/>
                  </a:lnTo>
                  <a:lnTo>
                    <a:pt x="1072781" y="22694"/>
                  </a:lnTo>
                  <a:lnTo>
                    <a:pt x="1028522" y="31864"/>
                  </a:lnTo>
                  <a:lnTo>
                    <a:pt x="984529" y="42545"/>
                  </a:lnTo>
                  <a:lnTo>
                    <a:pt x="940854" y="54749"/>
                  </a:lnTo>
                  <a:lnTo>
                    <a:pt x="897534" y="68491"/>
                  </a:lnTo>
                  <a:lnTo>
                    <a:pt x="854621" y="83756"/>
                  </a:lnTo>
                  <a:lnTo>
                    <a:pt x="812152" y="100545"/>
                  </a:lnTo>
                  <a:lnTo>
                    <a:pt x="770166" y="118872"/>
                  </a:lnTo>
                  <a:lnTo>
                    <a:pt x="728713" y="138709"/>
                  </a:lnTo>
                  <a:lnTo>
                    <a:pt x="687819" y="160083"/>
                  </a:lnTo>
                  <a:lnTo>
                    <a:pt x="647547" y="182981"/>
                  </a:lnTo>
                  <a:lnTo>
                    <a:pt x="607923" y="207403"/>
                  </a:lnTo>
                  <a:lnTo>
                    <a:pt x="568998" y="233349"/>
                  </a:lnTo>
                  <a:lnTo>
                    <a:pt x="530796" y="260832"/>
                  </a:lnTo>
                  <a:lnTo>
                    <a:pt x="493395" y="289839"/>
                  </a:lnTo>
                  <a:lnTo>
                    <a:pt x="456806" y="320370"/>
                  </a:lnTo>
                  <a:lnTo>
                    <a:pt x="421081" y="352425"/>
                  </a:lnTo>
                  <a:lnTo>
                    <a:pt x="386270" y="386003"/>
                  </a:lnTo>
                  <a:lnTo>
                    <a:pt x="352679" y="420827"/>
                  </a:lnTo>
                  <a:lnTo>
                    <a:pt x="320611" y="456552"/>
                  </a:lnTo>
                  <a:lnTo>
                    <a:pt x="290080" y="493141"/>
                  </a:lnTo>
                  <a:lnTo>
                    <a:pt x="261073" y="530555"/>
                  </a:lnTo>
                  <a:lnTo>
                    <a:pt x="233591" y="568744"/>
                  </a:lnTo>
                  <a:lnTo>
                    <a:pt x="207632" y="607669"/>
                  </a:lnTo>
                  <a:lnTo>
                    <a:pt x="183210" y="647306"/>
                  </a:lnTo>
                  <a:lnTo>
                    <a:pt x="160312" y="687578"/>
                  </a:lnTo>
                  <a:lnTo>
                    <a:pt x="138938" y="728472"/>
                  </a:lnTo>
                  <a:lnTo>
                    <a:pt x="119087" y="769924"/>
                  </a:lnTo>
                  <a:lnTo>
                    <a:pt x="100761" y="811911"/>
                  </a:lnTo>
                  <a:lnTo>
                    <a:pt x="83972" y="854392"/>
                  </a:lnTo>
                  <a:lnTo>
                    <a:pt x="68707" y="897305"/>
                  </a:lnTo>
                  <a:lnTo>
                    <a:pt x="54965" y="940612"/>
                  </a:lnTo>
                  <a:lnTo>
                    <a:pt x="42748" y="984288"/>
                  </a:lnTo>
                  <a:lnTo>
                    <a:pt x="32054" y="1028280"/>
                  </a:lnTo>
                  <a:lnTo>
                    <a:pt x="22898" y="1072540"/>
                  </a:lnTo>
                  <a:lnTo>
                    <a:pt x="15265" y="1117028"/>
                  </a:lnTo>
                  <a:lnTo>
                    <a:pt x="9156" y="1161719"/>
                  </a:lnTo>
                  <a:lnTo>
                    <a:pt x="4584" y="1206550"/>
                  </a:lnTo>
                  <a:lnTo>
                    <a:pt x="1524" y="1251483"/>
                  </a:lnTo>
                  <a:lnTo>
                    <a:pt x="0" y="1296492"/>
                  </a:lnTo>
                  <a:lnTo>
                    <a:pt x="0" y="1341513"/>
                  </a:lnTo>
                  <a:lnTo>
                    <a:pt x="1524" y="1386509"/>
                  </a:lnTo>
                  <a:lnTo>
                    <a:pt x="4584" y="1431455"/>
                  </a:lnTo>
                  <a:lnTo>
                    <a:pt x="9156" y="1476286"/>
                  </a:lnTo>
                  <a:lnTo>
                    <a:pt x="15265" y="1520964"/>
                  </a:lnTo>
                  <a:lnTo>
                    <a:pt x="22898" y="1565465"/>
                  </a:lnTo>
                  <a:lnTo>
                    <a:pt x="32054" y="1609725"/>
                  </a:lnTo>
                  <a:lnTo>
                    <a:pt x="42748" y="1653717"/>
                  </a:lnTo>
                  <a:lnTo>
                    <a:pt x="54965" y="1697380"/>
                  </a:lnTo>
                  <a:lnTo>
                    <a:pt x="68707" y="1740700"/>
                  </a:lnTo>
                  <a:lnTo>
                    <a:pt x="83972" y="1783613"/>
                  </a:lnTo>
                  <a:lnTo>
                    <a:pt x="100761" y="1826082"/>
                  </a:lnTo>
                  <a:lnTo>
                    <a:pt x="119087" y="1868068"/>
                  </a:lnTo>
                  <a:lnTo>
                    <a:pt x="138938" y="1909533"/>
                  </a:lnTo>
                  <a:lnTo>
                    <a:pt x="154343" y="1939010"/>
                  </a:lnTo>
                  <a:lnTo>
                    <a:pt x="1202283" y="1939010"/>
                  </a:lnTo>
                  <a:lnTo>
                    <a:pt x="1652968" y="1488313"/>
                  </a:lnTo>
                  <a:lnTo>
                    <a:pt x="1652968" y="42303"/>
                  </a:lnTo>
                  <a:close/>
                </a:path>
              </a:pathLst>
            </a:custGeom>
            <a:solidFill>
              <a:srgbClr val="AED5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6631565" y="8434615"/>
              <a:ext cx="1656714" cy="1277620"/>
            </a:xfrm>
            <a:custGeom>
              <a:avLst/>
              <a:gdLst/>
              <a:ahLst/>
              <a:cxnLst/>
              <a:rect l="l" t="t" r="r" b="b"/>
              <a:pathLst>
                <a:path w="1656715" h="1277620">
                  <a:moveTo>
                    <a:pt x="65506" y="93548"/>
                  </a:moveTo>
                  <a:lnTo>
                    <a:pt x="0" y="93548"/>
                  </a:lnTo>
                  <a:lnTo>
                    <a:pt x="0" y="996607"/>
                  </a:lnTo>
                  <a:lnTo>
                    <a:pt x="65506" y="996607"/>
                  </a:lnTo>
                  <a:lnTo>
                    <a:pt x="65506" y="93548"/>
                  </a:lnTo>
                  <a:close/>
                </a:path>
                <a:path w="1656715" h="1277620">
                  <a:moveTo>
                    <a:pt x="182486" y="0"/>
                  </a:moveTo>
                  <a:lnTo>
                    <a:pt x="116979" y="0"/>
                  </a:lnTo>
                  <a:lnTo>
                    <a:pt x="116979" y="903058"/>
                  </a:lnTo>
                  <a:lnTo>
                    <a:pt x="182486" y="903058"/>
                  </a:lnTo>
                  <a:lnTo>
                    <a:pt x="182486" y="0"/>
                  </a:lnTo>
                  <a:close/>
                </a:path>
                <a:path w="1656715" h="1277620">
                  <a:moveTo>
                    <a:pt x="299453" y="93548"/>
                  </a:moveTo>
                  <a:lnTo>
                    <a:pt x="233946" y="93548"/>
                  </a:lnTo>
                  <a:lnTo>
                    <a:pt x="233946" y="996607"/>
                  </a:lnTo>
                  <a:lnTo>
                    <a:pt x="299453" y="996607"/>
                  </a:lnTo>
                  <a:lnTo>
                    <a:pt x="299453" y="93548"/>
                  </a:lnTo>
                  <a:close/>
                </a:path>
                <a:path w="1656715" h="1277620">
                  <a:moveTo>
                    <a:pt x="416433" y="187096"/>
                  </a:moveTo>
                  <a:lnTo>
                    <a:pt x="350926" y="187096"/>
                  </a:lnTo>
                  <a:lnTo>
                    <a:pt x="350926" y="1090155"/>
                  </a:lnTo>
                  <a:lnTo>
                    <a:pt x="416433" y="1090155"/>
                  </a:lnTo>
                  <a:lnTo>
                    <a:pt x="416433" y="187096"/>
                  </a:lnTo>
                  <a:close/>
                </a:path>
                <a:path w="1656715" h="1277620">
                  <a:moveTo>
                    <a:pt x="533400" y="280746"/>
                  </a:moveTo>
                  <a:lnTo>
                    <a:pt x="467893" y="280746"/>
                  </a:lnTo>
                  <a:lnTo>
                    <a:pt x="467893" y="1183716"/>
                  </a:lnTo>
                  <a:lnTo>
                    <a:pt x="533400" y="1183716"/>
                  </a:lnTo>
                  <a:lnTo>
                    <a:pt x="533400" y="280746"/>
                  </a:lnTo>
                  <a:close/>
                </a:path>
                <a:path w="1656715" h="1277620">
                  <a:moveTo>
                    <a:pt x="650379" y="374294"/>
                  </a:moveTo>
                  <a:lnTo>
                    <a:pt x="584873" y="374294"/>
                  </a:lnTo>
                  <a:lnTo>
                    <a:pt x="584873" y="1277353"/>
                  </a:lnTo>
                  <a:lnTo>
                    <a:pt x="650379" y="1277353"/>
                  </a:lnTo>
                  <a:lnTo>
                    <a:pt x="650379" y="374294"/>
                  </a:lnTo>
                  <a:close/>
                </a:path>
                <a:path w="1656715" h="1277620">
                  <a:moveTo>
                    <a:pt x="767346" y="280746"/>
                  </a:moveTo>
                  <a:lnTo>
                    <a:pt x="701852" y="280746"/>
                  </a:lnTo>
                  <a:lnTo>
                    <a:pt x="701852" y="1183716"/>
                  </a:lnTo>
                  <a:lnTo>
                    <a:pt x="767346" y="1183716"/>
                  </a:lnTo>
                  <a:lnTo>
                    <a:pt x="767346" y="280746"/>
                  </a:lnTo>
                  <a:close/>
                </a:path>
                <a:path w="1656715" h="1277620">
                  <a:moveTo>
                    <a:pt x="884288" y="187096"/>
                  </a:moveTo>
                  <a:lnTo>
                    <a:pt x="818794" y="187096"/>
                  </a:lnTo>
                  <a:lnTo>
                    <a:pt x="818794" y="1090155"/>
                  </a:lnTo>
                  <a:lnTo>
                    <a:pt x="884288" y="1090155"/>
                  </a:lnTo>
                  <a:lnTo>
                    <a:pt x="884288" y="187096"/>
                  </a:lnTo>
                  <a:close/>
                </a:path>
                <a:path w="1656715" h="1277620">
                  <a:moveTo>
                    <a:pt x="1001318" y="93548"/>
                  </a:moveTo>
                  <a:lnTo>
                    <a:pt x="935824" y="93548"/>
                  </a:lnTo>
                  <a:lnTo>
                    <a:pt x="935824" y="996607"/>
                  </a:lnTo>
                  <a:lnTo>
                    <a:pt x="1001318" y="996607"/>
                  </a:lnTo>
                  <a:lnTo>
                    <a:pt x="1001318" y="93548"/>
                  </a:lnTo>
                  <a:close/>
                </a:path>
                <a:path w="1656715" h="1277620">
                  <a:moveTo>
                    <a:pt x="1118260" y="0"/>
                  </a:moveTo>
                  <a:lnTo>
                    <a:pt x="1052766" y="0"/>
                  </a:lnTo>
                  <a:lnTo>
                    <a:pt x="1052766" y="903058"/>
                  </a:lnTo>
                  <a:lnTo>
                    <a:pt x="1118260" y="903058"/>
                  </a:lnTo>
                  <a:lnTo>
                    <a:pt x="1118260" y="0"/>
                  </a:lnTo>
                  <a:close/>
                </a:path>
                <a:path w="1656715" h="1277620">
                  <a:moveTo>
                    <a:pt x="1235202" y="93548"/>
                  </a:moveTo>
                  <a:lnTo>
                    <a:pt x="1169708" y="93548"/>
                  </a:lnTo>
                  <a:lnTo>
                    <a:pt x="1169708" y="996607"/>
                  </a:lnTo>
                  <a:lnTo>
                    <a:pt x="1235202" y="996607"/>
                  </a:lnTo>
                  <a:lnTo>
                    <a:pt x="1235202" y="93548"/>
                  </a:lnTo>
                  <a:close/>
                </a:path>
                <a:path w="1656715" h="1277620">
                  <a:moveTo>
                    <a:pt x="1352232" y="187096"/>
                  </a:moveTo>
                  <a:lnTo>
                    <a:pt x="1286738" y="187096"/>
                  </a:lnTo>
                  <a:lnTo>
                    <a:pt x="1286738" y="1090155"/>
                  </a:lnTo>
                  <a:lnTo>
                    <a:pt x="1352232" y="1090155"/>
                  </a:lnTo>
                  <a:lnTo>
                    <a:pt x="1352232" y="187096"/>
                  </a:lnTo>
                  <a:close/>
                </a:path>
                <a:path w="1656715" h="1277620">
                  <a:moveTo>
                    <a:pt x="1475625" y="280746"/>
                  </a:moveTo>
                  <a:lnTo>
                    <a:pt x="1410144" y="280746"/>
                  </a:lnTo>
                  <a:lnTo>
                    <a:pt x="1410144" y="1183716"/>
                  </a:lnTo>
                  <a:lnTo>
                    <a:pt x="1475625" y="1183716"/>
                  </a:lnTo>
                  <a:lnTo>
                    <a:pt x="1475625" y="280746"/>
                  </a:lnTo>
                  <a:close/>
                </a:path>
                <a:path w="1656715" h="1277620">
                  <a:moveTo>
                    <a:pt x="1592656" y="374294"/>
                  </a:moveTo>
                  <a:lnTo>
                    <a:pt x="1527175" y="374294"/>
                  </a:lnTo>
                  <a:lnTo>
                    <a:pt x="1527175" y="1277353"/>
                  </a:lnTo>
                  <a:lnTo>
                    <a:pt x="1592656" y="1277353"/>
                  </a:lnTo>
                  <a:lnTo>
                    <a:pt x="1592656" y="374294"/>
                  </a:lnTo>
                  <a:close/>
                </a:path>
                <a:path w="1656715" h="1277620">
                  <a:moveTo>
                    <a:pt x="1656422" y="280746"/>
                  </a:moveTo>
                  <a:lnTo>
                    <a:pt x="1644116" y="280746"/>
                  </a:lnTo>
                  <a:lnTo>
                    <a:pt x="1644116" y="1183716"/>
                  </a:lnTo>
                  <a:lnTo>
                    <a:pt x="1656422" y="1183716"/>
                  </a:lnTo>
                  <a:lnTo>
                    <a:pt x="1656422" y="280746"/>
                  </a:lnTo>
                  <a:close/>
                </a:path>
              </a:pathLst>
            </a:custGeom>
            <a:solidFill>
              <a:srgbClr val="679E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0" y="0"/>
            <a:ext cx="1740535" cy="2212340"/>
            <a:chOff x="0" y="0"/>
            <a:chExt cx="1740535" cy="2212340"/>
          </a:xfrm>
        </p:grpSpPr>
        <p:sp>
          <p:nvSpPr>
            <p:cNvPr id="21" name="object 21"/>
            <p:cNvSpPr/>
            <p:nvPr/>
          </p:nvSpPr>
          <p:spPr>
            <a:xfrm>
              <a:off x="0" y="11"/>
              <a:ext cx="1176655" cy="1605915"/>
            </a:xfrm>
            <a:custGeom>
              <a:avLst/>
              <a:gdLst/>
              <a:ahLst/>
              <a:cxnLst/>
              <a:rect l="l" t="t" r="r" b="b"/>
              <a:pathLst>
                <a:path w="1176655" h="1605915">
                  <a:moveTo>
                    <a:pt x="1981" y="0"/>
                  </a:moveTo>
                  <a:lnTo>
                    <a:pt x="0" y="0"/>
                  </a:lnTo>
                  <a:lnTo>
                    <a:pt x="0" y="1981"/>
                  </a:lnTo>
                  <a:lnTo>
                    <a:pt x="1981" y="0"/>
                  </a:lnTo>
                  <a:close/>
                </a:path>
                <a:path w="1176655" h="1605915">
                  <a:moveTo>
                    <a:pt x="209931" y="0"/>
                  </a:moveTo>
                  <a:lnTo>
                    <a:pt x="53987" y="0"/>
                  </a:lnTo>
                  <a:lnTo>
                    <a:pt x="0" y="53987"/>
                  </a:lnTo>
                  <a:lnTo>
                    <a:pt x="0" y="209905"/>
                  </a:lnTo>
                  <a:lnTo>
                    <a:pt x="209931" y="0"/>
                  </a:lnTo>
                  <a:close/>
                </a:path>
                <a:path w="1176655" h="1605915">
                  <a:moveTo>
                    <a:pt x="417791" y="0"/>
                  </a:moveTo>
                  <a:lnTo>
                    <a:pt x="261835" y="0"/>
                  </a:lnTo>
                  <a:lnTo>
                    <a:pt x="0" y="261810"/>
                  </a:lnTo>
                  <a:lnTo>
                    <a:pt x="0" y="417766"/>
                  </a:lnTo>
                  <a:lnTo>
                    <a:pt x="417791" y="0"/>
                  </a:lnTo>
                  <a:close/>
                </a:path>
                <a:path w="1176655" h="1605915">
                  <a:moveTo>
                    <a:pt x="625640" y="0"/>
                  </a:moveTo>
                  <a:lnTo>
                    <a:pt x="469696" y="0"/>
                  </a:lnTo>
                  <a:lnTo>
                    <a:pt x="0" y="469696"/>
                  </a:lnTo>
                  <a:lnTo>
                    <a:pt x="0" y="625602"/>
                  </a:lnTo>
                  <a:lnTo>
                    <a:pt x="625640" y="0"/>
                  </a:lnTo>
                  <a:close/>
                </a:path>
                <a:path w="1176655" h="1605915">
                  <a:moveTo>
                    <a:pt x="799477" y="33947"/>
                  </a:moveTo>
                  <a:lnTo>
                    <a:pt x="775487" y="18224"/>
                  </a:lnTo>
                  <a:lnTo>
                    <a:pt x="751090" y="3378"/>
                  </a:lnTo>
                  <a:lnTo>
                    <a:pt x="745109" y="0"/>
                  </a:lnTo>
                  <a:lnTo>
                    <a:pt x="677557" y="0"/>
                  </a:lnTo>
                  <a:lnTo>
                    <a:pt x="0" y="677557"/>
                  </a:lnTo>
                  <a:lnTo>
                    <a:pt x="0" y="833437"/>
                  </a:lnTo>
                  <a:lnTo>
                    <a:pt x="799477" y="33947"/>
                  </a:lnTo>
                  <a:close/>
                </a:path>
                <a:path w="1176655" h="1605915">
                  <a:moveTo>
                    <a:pt x="914069" y="127279"/>
                  </a:moveTo>
                  <a:lnTo>
                    <a:pt x="893660" y="108178"/>
                  </a:lnTo>
                  <a:lnTo>
                    <a:pt x="872794" y="89852"/>
                  </a:lnTo>
                  <a:lnTo>
                    <a:pt x="851496" y="72326"/>
                  </a:lnTo>
                  <a:lnTo>
                    <a:pt x="829767" y="55600"/>
                  </a:lnTo>
                  <a:lnTo>
                    <a:pt x="0" y="885367"/>
                  </a:lnTo>
                  <a:lnTo>
                    <a:pt x="0" y="1041361"/>
                  </a:lnTo>
                  <a:lnTo>
                    <a:pt x="914069" y="127279"/>
                  </a:lnTo>
                  <a:close/>
                </a:path>
                <a:path w="1176655" h="1605915">
                  <a:moveTo>
                    <a:pt x="1010958" y="238264"/>
                  </a:moveTo>
                  <a:lnTo>
                    <a:pt x="994410" y="216357"/>
                  </a:lnTo>
                  <a:lnTo>
                    <a:pt x="977061" y="194894"/>
                  </a:lnTo>
                  <a:lnTo>
                    <a:pt x="958913" y="173875"/>
                  </a:lnTo>
                  <a:lnTo>
                    <a:pt x="939952" y="153301"/>
                  </a:lnTo>
                  <a:lnTo>
                    <a:pt x="0" y="1093266"/>
                  </a:lnTo>
                  <a:lnTo>
                    <a:pt x="0" y="1249159"/>
                  </a:lnTo>
                  <a:lnTo>
                    <a:pt x="1010958" y="238264"/>
                  </a:lnTo>
                  <a:close/>
                </a:path>
                <a:path w="1176655" h="1605915">
                  <a:moveTo>
                    <a:pt x="1089291" y="367830"/>
                  </a:moveTo>
                  <a:lnTo>
                    <a:pt x="1076375" y="342531"/>
                  </a:lnTo>
                  <a:lnTo>
                    <a:pt x="1062583" y="317576"/>
                  </a:lnTo>
                  <a:lnTo>
                    <a:pt x="1047902" y="293001"/>
                  </a:lnTo>
                  <a:lnTo>
                    <a:pt x="1032357" y="268820"/>
                  </a:lnTo>
                  <a:lnTo>
                    <a:pt x="0" y="1301191"/>
                  </a:lnTo>
                  <a:lnTo>
                    <a:pt x="0" y="1457058"/>
                  </a:lnTo>
                  <a:lnTo>
                    <a:pt x="1089291" y="367830"/>
                  </a:lnTo>
                  <a:close/>
                </a:path>
                <a:path w="1176655" h="1605915">
                  <a:moveTo>
                    <a:pt x="1140434" y="992136"/>
                  </a:moveTo>
                  <a:lnTo>
                    <a:pt x="563194" y="1569377"/>
                  </a:lnTo>
                  <a:lnTo>
                    <a:pt x="612419" y="1553070"/>
                  </a:lnTo>
                  <a:lnTo>
                    <a:pt x="660781" y="1533715"/>
                  </a:lnTo>
                  <a:lnTo>
                    <a:pt x="708113" y="1511300"/>
                  </a:lnTo>
                  <a:lnTo>
                    <a:pt x="754303" y="1485849"/>
                  </a:lnTo>
                  <a:lnTo>
                    <a:pt x="799185" y="1457350"/>
                  </a:lnTo>
                  <a:lnTo>
                    <a:pt x="842619" y="1425803"/>
                  </a:lnTo>
                  <a:lnTo>
                    <a:pt x="884440" y="1391196"/>
                  </a:lnTo>
                  <a:lnTo>
                    <a:pt x="924534" y="1353553"/>
                  </a:lnTo>
                  <a:lnTo>
                    <a:pt x="962202" y="1313459"/>
                  </a:lnTo>
                  <a:lnTo>
                    <a:pt x="996823" y="1271625"/>
                  </a:lnTo>
                  <a:lnTo>
                    <a:pt x="1028382" y="1228178"/>
                  </a:lnTo>
                  <a:lnTo>
                    <a:pt x="1056894" y="1183284"/>
                  </a:lnTo>
                  <a:lnTo>
                    <a:pt x="1082357" y="1137081"/>
                  </a:lnTo>
                  <a:lnTo>
                    <a:pt x="1104773" y="1089736"/>
                  </a:lnTo>
                  <a:lnTo>
                    <a:pt x="1124127" y="1041361"/>
                  </a:lnTo>
                  <a:lnTo>
                    <a:pt x="1140434" y="992136"/>
                  </a:lnTo>
                  <a:close/>
                </a:path>
                <a:path w="1176655" h="1605915">
                  <a:moveTo>
                    <a:pt x="1146086" y="518795"/>
                  </a:moveTo>
                  <a:lnTo>
                    <a:pt x="1137551" y="489521"/>
                  </a:lnTo>
                  <a:lnTo>
                    <a:pt x="1127963" y="460502"/>
                  </a:lnTo>
                  <a:lnTo>
                    <a:pt x="1117320" y="431774"/>
                  </a:lnTo>
                  <a:lnTo>
                    <a:pt x="1105636" y="403377"/>
                  </a:lnTo>
                  <a:lnTo>
                    <a:pt x="0" y="1508950"/>
                  </a:lnTo>
                  <a:lnTo>
                    <a:pt x="0" y="1545170"/>
                  </a:lnTo>
                  <a:lnTo>
                    <a:pt x="2806" y="1546326"/>
                  </a:lnTo>
                  <a:lnTo>
                    <a:pt x="31534" y="1556969"/>
                  </a:lnTo>
                  <a:lnTo>
                    <a:pt x="60553" y="1566545"/>
                  </a:lnTo>
                  <a:lnTo>
                    <a:pt x="89827" y="1575054"/>
                  </a:lnTo>
                  <a:lnTo>
                    <a:pt x="1146086" y="518795"/>
                  </a:lnTo>
                  <a:close/>
                </a:path>
                <a:path w="1176655" h="1605915">
                  <a:moveTo>
                    <a:pt x="1175054" y="697750"/>
                  </a:moveTo>
                  <a:lnTo>
                    <a:pt x="1172451" y="663219"/>
                  </a:lnTo>
                  <a:lnTo>
                    <a:pt x="1168488" y="628802"/>
                  </a:lnTo>
                  <a:lnTo>
                    <a:pt x="1163142" y="594537"/>
                  </a:lnTo>
                  <a:lnTo>
                    <a:pt x="1156385" y="560489"/>
                  </a:lnTo>
                  <a:lnTo>
                    <a:pt x="131533" y="1585328"/>
                  </a:lnTo>
                  <a:lnTo>
                    <a:pt x="165595" y="1592097"/>
                  </a:lnTo>
                  <a:lnTo>
                    <a:pt x="199834" y="1597456"/>
                  </a:lnTo>
                  <a:lnTo>
                    <a:pt x="234238" y="1601419"/>
                  </a:lnTo>
                  <a:lnTo>
                    <a:pt x="268732" y="1603997"/>
                  </a:lnTo>
                  <a:lnTo>
                    <a:pt x="1175054" y="697750"/>
                  </a:lnTo>
                  <a:close/>
                </a:path>
                <a:path w="1176655" h="1605915">
                  <a:moveTo>
                    <a:pt x="1176375" y="748385"/>
                  </a:moveTo>
                  <a:lnTo>
                    <a:pt x="319366" y="1605318"/>
                  </a:lnTo>
                  <a:lnTo>
                    <a:pt x="363194" y="1604073"/>
                  </a:lnTo>
                  <a:lnTo>
                    <a:pt x="406895" y="1600593"/>
                  </a:lnTo>
                  <a:lnTo>
                    <a:pt x="450405" y="1594891"/>
                  </a:lnTo>
                  <a:lnTo>
                    <a:pt x="493661" y="1586953"/>
                  </a:lnTo>
                  <a:lnTo>
                    <a:pt x="1158011" y="922604"/>
                  </a:lnTo>
                  <a:lnTo>
                    <a:pt x="1165948" y="879386"/>
                  </a:lnTo>
                  <a:lnTo>
                    <a:pt x="1171651" y="835875"/>
                  </a:lnTo>
                  <a:lnTo>
                    <a:pt x="1175131" y="792175"/>
                  </a:lnTo>
                  <a:lnTo>
                    <a:pt x="1176375" y="748385"/>
                  </a:lnTo>
                  <a:close/>
                </a:path>
              </a:pathLst>
            </a:custGeom>
            <a:solidFill>
              <a:srgbClr val="AED5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4726" y="11"/>
              <a:ext cx="1465580" cy="2212340"/>
            </a:xfrm>
            <a:custGeom>
              <a:avLst/>
              <a:gdLst/>
              <a:ahLst/>
              <a:cxnLst/>
              <a:rect l="l" t="t" r="r" b="b"/>
              <a:pathLst>
                <a:path w="1465580" h="2212340">
                  <a:moveTo>
                    <a:pt x="1129525" y="47358"/>
                  </a:moveTo>
                  <a:lnTo>
                    <a:pt x="1127175" y="774"/>
                  </a:lnTo>
                  <a:lnTo>
                    <a:pt x="1127048" y="0"/>
                  </a:lnTo>
                  <a:lnTo>
                    <a:pt x="220700" y="0"/>
                  </a:lnTo>
                  <a:lnTo>
                    <a:pt x="220586" y="774"/>
                  </a:lnTo>
                  <a:lnTo>
                    <a:pt x="218236" y="47358"/>
                  </a:lnTo>
                  <a:lnTo>
                    <a:pt x="220586" y="93954"/>
                  </a:lnTo>
                  <a:lnTo>
                    <a:pt x="227495" y="139192"/>
                  </a:lnTo>
                  <a:lnTo>
                    <a:pt x="238721" y="182854"/>
                  </a:lnTo>
                  <a:lnTo>
                    <a:pt x="254038" y="224726"/>
                  </a:lnTo>
                  <a:lnTo>
                    <a:pt x="273227" y="264553"/>
                  </a:lnTo>
                  <a:lnTo>
                    <a:pt x="296049" y="302120"/>
                  </a:lnTo>
                  <a:lnTo>
                    <a:pt x="322275" y="337197"/>
                  </a:lnTo>
                  <a:lnTo>
                    <a:pt x="351688" y="369557"/>
                  </a:lnTo>
                  <a:lnTo>
                    <a:pt x="384048" y="398957"/>
                  </a:lnTo>
                  <a:lnTo>
                    <a:pt x="419112" y="425196"/>
                  </a:lnTo>
                  <a:lnTo>
                    <a:pt x="456679" y="448017"/>
                  </a:lnTo>
                  <a:lnTo>
                    <a:pt x="496506" y="467194"/>
                  </a:lnTo>
                  <a:lnTo>
                    <a:pt x="538365" y="482523"/>
                  </a:lnTo>
                  <a:lnTo>
                    <a:pt x="582028" y="493750"/>
                  </a:lnTo>
                  <a:lnTo>
                    <a:pt x="627265" y="500659"/>
                  </a:lnTo>
                  <a:lnTo>
                    <a:pt x="673836" y="503008"/>
                  </a:lnTo>
                  <a:lnTo>
                    <a:pt x="720432" y="500659"/>
                  </a:lnTo>
                  <a:lnTo>
                    <a:pt x="765683" y="493750"/>
                  </a:lnTo>
                  <a:lnTo>
                    <a:pt x="809358" y="482523"/>
                  </a:lnTo>
                  <a:lnTo>
                    <a:pt x="851217" y="467194"/>
                  </a:lnTo>
                  <a:lnTo>
                    <a:pt x="891057" y="448017"/>
                  </a:lnTo>
                  <a:lnTo>
                    <a:pt x="928624" y="425196"/>
                  </a:lnTo>
                  <a:lnTo>
                    <a:pt x="963701" y="398957"/>
                  </a:lnTo>
                  <a:lnTo>
                    <a:pt x="996061" y="369557"/>
                  </a:lnTo>
                  <a:lnTo>
                    <a:pt x="1025474" y="337197"/>
                  </a:lnTo>
                  <a:lnTo>
                    <a:pt x="1051699" y="302120"/>
                  </a:lnTo>
                  <a:lnTo>
                    <a:pt x="1074534" y="264553"/>
                  </a:lnTo>
                  <a:lnTo>
                    <a:pt x="1093724" y="224726"/>
                  </a:lnTo>
                  <a:lnTo>
                    <a:pt x="1109040" y="182854"/>
                  </a:lnTo>
                  <a:lnTo>
                    <a:pt x="1120267" y="139192"/>
                  </a:lnTo>
                  <a:lnTo>
                    <a:pt x="1127175" y="93954"/>
                  </a:lnTo>
                  <a:lnTo>
                    <a:pt x="1129525" y="47358"/>
                  </a:lnTo>
                  <a:close/>
                </a:path>
                <a:path w="1465580" h="2212340">
                  <a:moveTo>
                    <a:pt x="1465364" y="2212111"/>
                  </a:moveTo>
                  <a:lnTo>
                    <a:pt x="1099032" y="1577619"/>
                  </a:lnTo>
                  <a:lnTo>
                    <a:pt x="732637" y="943063"/>
                  </a:lnTo>
                  <a:lnTo>
                    <a:pt x="366318" y="1577619"/>
                  </a:lnTo>
                  <a:lnTo>
                    <a:pt x="0" y="2212111"/>
                  </a:lnTo>
                  <a:lnTo>
                    <a:pt x="1465364" y="2212111"/>
                  </a:lnTo>
                  <a:close/>
                </a:path>
              </a:pathLst>
            </a:custGeom>
            <a:solidFill>
              <a:srgbClr val="679E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34583" y="2689436"/>
            <a:ext cx="5057775" cy="7553325"/>
            <a:chOff x="6834583" y="2689436"/>
            <a:chExt cx="5057775" cy="75533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34583" y="2689436"/>
              <a:ext cx="5057774" cy="75533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36535" y="5120603"/>
              <a:ext cx="876299" cy="8762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39413" y="7728249"/>
              <a:ext cx="866774" cy="8858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54124" y="3674025"/>
              <a:ext cx="1200149" cy="12572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30234" y="6336713"/>
              <a:ext cx="981074" cy="876299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-55"/>
            <a:ext cx="1603541" cy="155594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7295226" y="9247023"/>
            <a:ext cx="993140" cy="1040130"/>
          </a:xfrm>
          <a:custGeom>
            <a:avLst/>
            <a:gdLst/>
            <a:ahLst/>
            <a:cxnLst/>
            <a:rect l="l" t="t" r="r" b="b"/>
            <a:pathLst>
              <a:path w="993140" h="1040129">
                <a:moveTo>
                  <a:pt x="992772" y="1039976"/>
                </a:moveTo>
                <a:lnTo>
                  <a:pt x="0" y="1039976"/>
                </a:lnTo>
                <a:lnTo>
                  <a:pt x="1008" y="1036986"/>
                </a:lnTo>
                <a:lnTo>
                  <a:pt x="15185" y="997364"/>
                </a:lnTo>
                <a:lnTo>
                  <a:pt x="30328" y="958107"/>
                </a:lnTo>
                <a:lnTo>
                  <a:pt x="46432" y="919228"/>
                </a:lnTo>
                <a:lnTo>
                  <a:pt x="63483" y="880762"/>
                </a:lnTo>
                <a:lnTo>
                  <a:pt x="81475" y="842720"/>
                </a:lnTo>
                <a:lnTo>
                  <a:pt x="100393" y="805137"/>
                </a:lnTo>
                <a:lnTo>
                  <a:pt x="120231" y="768024"/>
                </a:lnTo>
                <a:lnTo>
                  <a:pt x="140970" y="731414"/>
                </a:lnTo>
                <a:lnTo>
                  <a:pt x="162604" y="695318"/>
                </a:lnTo>
                <a:lnTo>
                  <a:pt x="185115" y="659771"/>
                </a:lnTo>
                <a:lnTo>
                  <a:pt x="208495" y="624781"/>
                </a:lnTo>
                <a:lnTo>
                  <a:pt x="232722" y="590380"/>
                </a:lnTo>
                <a:lnTo>
                  <a:pt x="257791" y="556579"/>
                </a:lnTo>
                <a:lnTo>
                  <a:pt x="283677" y="523409"/>
                </a:lnTo>
                <a:lnTo>
                  <a:pt x="310374" y="490879"/>
                </a:lnTo>
                <a:lnTo>
                  <a:pt x="337857" y="459018"/>
                </a:lnTo>
                <a:lnTo>
                  <a:pt x="366117" y="427838"/>
                </a:lnTo>
                <a:lnTo>
                  <a:pt x="395130" y="397364"/>
                </a:lnTo>
                <a:lnTo>
                  <a:pt x="424887" y="367608"/>
                </a:lnTo>
                <a:lnTo>
                  <a:pt x="455360" y="338594"/>
                </a:lnTo>
                <a:lnTo>
                  <a:pt x="486541" y="310334"/>
                </a:lnTo>
                <a:lnTo>
                  <a:pt x="518402" y="282851"/>
                </a:lnTo>
                <a:lnTo>
                  <a:pt x="550932" y="256154"/>
                </a:lnTo>
                <a:lnTo>
                  <a:pt x="584102" y="230268"/>
                </a:lnTo>
                <a:lnTo>
                  <a:pt x="617903" y="205199"/>
                </a:lnTo>
                <a:lnTo>
                  <a:pt x="652303" y="180972"/>
                </a:lnTo>
                <a:lnTo>
                  <a:pt x="687293" y="157592"/>
                </a:lnTo>
                <a:lnTo>
                  <a:pt x="722841" y="135082"/>
                </a:lnTo>
                <a:lnTo>
                  <a:pt x="758937" y="113447"/>
                </a:lnTo>
                <a:lnTo>
                  <a:pt x="795547" y="92708"/>
                </a:lnTo>
                <a:lnTo>
                  <a:pt x="832660" y="72870"/>
                </a:lnTo>
                <a:lnTo>
                  <a:pt x="870243" y="53952"/>
                </a:lnTo>
                <a:lnTo>
                  <a:pt x="908285" y="35960"/>
                </a:lnTo>
                <a:lnTo>
                  <a:pt x="946751" y="18909"/>
                </a:lnTo>
                <a:lnTo>
                  <a:pt x="985630" y="2805"/>
                </a:lnTo>
                <a:lnTo>
                  <a:pt x="992772" y="0"/>
                </a:lnTo>
                <a:lnTo>
                  <a:pt x="992772" y="1039976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324026" y="844145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809079" y="844145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7280024" y="844145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736861" y="844145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152465" y="8482714"/>
            <a:ext cx="135890" cy="197485"/>
          </a:xfrm>
          <a:custGeom>
            <a:avLst/>
            <a:gdLst/>
            <a:ahLst/>
            <a:cxnLst/>
            <a:rect l="l" t="t" r="r" b="b"/>
            <a:pathLst>
              <a:path w="135890" h="197484">
                <a:moveTo>
                  <a:pt x="135533" y="197466"/>
                </a:moveTo>
                <a:lnTo>
                  <a:pt x="0" y="197466"/>
                </a:lnTo>
                <a:lnTo>
                  <a:pt x="135533" y="0"/>
                </a:lnTo>
                <a:lnTo>
                  <a:pt x="135533" y="197466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324026" y="8746373"/>
            <a:ext cx="335915" cy="238125"/>
          </a:xfrm>
          <a:custGeom>
            <a:avLst/>
            <a:gdLst/>
            <a:ahLst/>
            <a:cxnLst/>
            <a:rect l="l" t="t" r="r" b="b"/>
            <a:pathLst>
              <a:path w="335915" h="238125">
                <a:moveTo>
                  <a:pt x="335304" y="237642"/>
                </a:moveTo>
                <a:lnTo>
                  <a:pt x="0" y="237642"/>
                </a:lnTo>
                <a:lnTo>
                  <a:pt x="163854" y="0"/>
                </a:lnTo>
                <a:lnTo>
                  <a:pt x="335304" y="237642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809079" y="8746373"/>
            <a:ext cx="335915" cy="238125"/>
          </a:xfrm>
          <a:custGeom>
            <a:avLst/>
            <a:gdLst/>
            <a:ahLst/>
            <a:cxnLst/>
            <a:rect l="l" t="t" r="r" b="b"/>
            <a:pathLst>
              <a:path w="335915" h="238125">
                <a:moveTo>
                  <a:pt x="335304" y="237642"/>
                </a:moveTo>
                <a:lnTo>
                  <a:pt x="0" y="237642"/>
                </a:lnTo>
                <a:lnTo>
                  <a:pt x="163854" y="0"/>
                </a:lnTo>
                <a:lnTo>
                  <a:pt x="335304" y="237642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280024" y="8746373"/>
            <a:ext cx="335915" cy="238125"/>
          </a:xfrm>
          <a:custGeom>
            <a:avLst/>
            <a:gdLst/>
            <a:ahLst/>
            <a:cxnLst/>
            <a:rect l="l" t="t" r="r" b="b"/>
            <a:pathLst>
              <a:path w="335915" h="238125">
                <a:moveTo>
                  <a:pt x="335304" y="237642"/>
                </a:moveTo>
                <a:lnTo>
                  <a:pt x="0" y="237642"/>
                </a:lnTo>
                <a:lnTo>
                  <a:pt x="163854" y="0"/>
                </a:lnTo>
                <a:lnTo>
                  <a:pt x="335304" y="237642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736861" y="8746373"/>
            <a:ext cx="335915" cy="238125"/>
          </a:xfrm>
          <a:custGeom>
            <a:avLst/>
            <a:gdLst/>
            <a:ahLst/>
            <a:cxnLst/>
            <a:rect l="l" t="t" r="r" b="b"/>
            <a:pathLst>
              <a:path w="335915" h="238125">
                <a:moveTo>
                  <a:pt x="335304" y="237642"/>
                </a:moveTo>
                <a:lnTo>
                  <a:pt x="0" y="237642"/>
                </a:lnTo>
                <a:lnTo>
                  <a:pt x="163854" y="0"/>
                </a:lnTo>
                <a:lnTo>
                  <a:pt x="335304" y="237642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152465" y="8787447"/>
            <a:ext cx="135890" cy="196850"/>
          </a:xfrm>
          <a:custGeom>
            <a:avLst/>
            <a:gdLst/>
            <a:ahLst/>
            <a:cxnLst/>
            <a:rect l="l" t="t" r="r" b="b"/>
            <a:pathLst>
              <a:path w="135890" h="196850">
                <a:moveTo>
                  <a:pt x="135533" y="196568"/>
                </a:moveTo>
                <a:lnTo>
                  <a:pt x="0" y="196568"/>
                </a:lnTo>
                <a:lnTo>
                  <a:pt x="135533" y="0"/>
                </a:lnTo>
                <a:lnTo>
                  <a:pt x="135533" y="196568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324026" y="9064315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6809079" y="9064315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7280024" y="9064315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736861" y="9064315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152465" y="9105576"/>
            <a:ext cx="135890" cy="197485"/>
          </a:xfrm>
          <a:custGeom>
            <a:avLst/>
            <a:gdLst/>
            <a:ahLst/>
            <a:cxnLst/>
            <a:rect l="l" t="t" r="r" b="b"/>
            <a:pathLst>
              <a:path w="135890" h="197484">
                <a:moveTo>
                  <a:pt x="135533" y="197466"/>
                </a:moveTo>
                <a:lnTo>
                  <a:pt x="0" y="197466"/>
                </a:lnTo>
                <a:lnTo>
                  <a:pt x="135533" y="0"/>
                </a:lnTo>
                <a:lnTo>
                  <a:pt x="135533" y="197466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6324026" y="938334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6809079" y="938334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7280024" y="938334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7736861" y="938334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8152465" y="9424603"/>
            <a:ext cx="135890" cy="197485"/>
          </a:xfrm>
          <a:custGeom>
            <a:avLst/>
            <a:gdLst/>
            <a:ahLst/>
            <a:cxnLst/>
            <a:rect l="l" t="t" r="r" b="b"/>
            <a:pathLst>
              <a:path w="135890" h="197484">
                <a:moveTo>
                  <a:pt x="135533" y="197466"/>
                </a:moveTo>
                <a:lnTo>
                  <a:pt x="0" y="197466"/>
                </a:lnTo>
                <a:lnTo>
                  <a:pt x="135533" y="0"/>
                </a:lnTo>
                <a:lnTo>
                  <a:pt x="135533" y="197466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6324026" y="968826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6809079" y="968826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7280024" y="968826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7736861" y="968826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8152465" y="9729524"/>
            <a:ext cx="135890" cy="197485"/>
          </a:xfrm>
          <a:custGeom>
            <a:avLst/>
            <a:gdLst/>
            <a:ahLst/>
            <a:cxnLst/>
            <a:rect l="l" t="t" r="r" b="b"/>
            <a:pathLst>
              <a:path w="135890" h="197484">
                <a:moveTo>
                  <a:pt x="135533" y="197466"/>
                </a:moveTo>
                <a:lnTo>
                  <a:pt x="0" y="197466"/>
                </a:lnTo>
                <a:lnTo>
                  <a:pt x="135533" y="0"/>
                </a:lnTo>
                <a:lnTo>
                  <a:pt x="135533" y="197466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6324026" y="10020311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6809079" y="10020311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7280024" y="10020311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7736861" y="10020311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8152465" y="10061573"/>
            <a:ext cx="135890" cy="197485"/>
          </a:xfrm>
          <a:custGeom>
            <a:avLst/>
            <a:gdLst/>
            <a:ahLst/>
            <a:cxnLst/>
            <a:rect l="l" t="t" r="r" b="b"/>
            <a:pathLst>
              <a:path w="135890" h="197484">
                <a:moveTo>
                  <a:pt x="135533" y="197466"/>
                </a:moveTo>
                <a:lnTo>
                  <a:pt x="0" y="197466"/>
                </a:lnTo>
                <a:lnTo>
                  <a:pt x="135533" y="0"/>
                </a:lnTo>
                <a:lnTo>
                  <a:pt x="135533" y="197466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 descr="$PPTXTitle"/>
          <p:cNvSpPr txBox="1">
            <a:spLocks noGrp="1"/>
          </p:cNvSpPr>
          <p:nvPr>
            <p:ph type="title"/>
          </p:nvPr>
        </p:nvSpPr>
        <p:spPr>
          <a:xfrm>
            <a:off x="7857149" y="1208262"/>
            <a:ext cx="2572385" cy="1016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65810">
              <a:lnSpc>
                <a:spcPct val="116100"/>
              </a:lnSpc>
              <a:spcBef>
                <a:spcPts val="95"/>
              </a:spcBef>
            </a:pPr>
            <a:r>
              <a:rPr sz="2800" spc="-30" dirty="0"/>
              <a:t>AI</a:t>
            </a:r>
            <a:r>
              <a:rPr sz="2800" spc="-175" dirty="0"/>
              <a:t> </a:t>
            </a:r>
            <a:r>
              <a:rPr sz="2800" spc="-25" dirty="0"/>
              <a:t>for </a:t>
            </a:r>
            <a:r>
              <a:rPr sz="2800" spc="35" dirty="0"/>
              <a:t>Sustainability</a:t>
            </a:r>
            <a:endParaRPr sz="2800"/>
          </a:p>
        </p:txBody>
      </p:sp>
      <p:sp>
        <p:nvSpPr>
          <p:cNvPr id="41" name="object 41"/>
          <p:cNvSpPr txBox="1"/>
          <p:nvPr/>
        </p:nvSpPr>
        <p:spPr>
          <a:xfrm>
            <a:off x="1873877" y="4797285"/>
            <a:ext cx="4443730" cy="11176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81735">
              <a:lnSpc>
                <a:spcPct val="100000"/>
              </a:lnSpc>
              <a:spcBef>
                <a:spcPts val="105"/>
              </a:spcBef>
            </a:pPr>
            <a:r>
              <a:rPr sz="1400" b="1" spc="10" dirty="0">
                <a:solidFill>
                  <a:srgbClr val="1B1B1B"/>
                </a:solidFill>
                <a:latin typeface="Tahoma"/>
                <a:cs typeface="Tahoma"/>
              </a:rPr>
              <a:t>Smart</a:t>
            </a:r>
            <a:r>
              <a:rPr sz="1400" b="1" spc="11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400" b="1" spc="10" dirty="0">
                <a:solidFill>
                  <a:srgbClr val="1B1B1B"/>
                </a:solidFill>
                <a:latin typeface="Tahoma"/>
                <a:cs typeface="Tahoma"/>
              </a:rPr>
              <a:t>Agriculture</a:t>
            </a:r>
            <a:r>
              <a:rPr sz="1400" b="1" spc="11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400" b="1" spc="10" dirty="0">
                <a:solidFill>
                  <a:srgbClr val="1B1B1B"/>
                </a:solidFill>
                <a:latin typeface="Tahoma"/>
                <a:cs typeface="Tahoma"/>
              </a:rPr>
              <a:t>&amp;</a:t>
            </a:r>
            <a:r>
              <a:rPr sz="1400" b="1" spc="114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400" b="1" spc="10" dirty="0">
                <a:solidFill>
                  <a:srgbClr val="1B1B1B"/>
                </a:solidFill>
                <a:latin typeface="Tahoma"/>
                <a:cs typeface="Tahoma"/>
              </a:rPr>
              <a:t>Waste</a:t>
            </a:r>
            <a:r>
              <a:rPr sz="1400" b="1" spc="11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1B1B1B"/>
                </a:solidFill>
                <a:latin typeface="Tahoma"/>
                <a:cs typeface="Tahoma"/>
              </a:rPr>
              <a:t>Sorting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400">
              <a:latin typeface="Tahoma"/>
              <a:cs typeface="Tahoma"/>
            </a:endParaRPr>
          </a:p>
          <a:p>
            <a:pPr marL="492125" marR="5080" indent="-480059" algn="r">
              <a:lnSpc>
                <a:spcPct val="114599"/>
              </a:lnSpc>
            </a:pPr>
            <a:r>
              <a:rPr sz="12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Precision</a:t>
            </a:r>
            <a:r>
              <a:rPr sz="12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farming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uses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AI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to</a:t>
            </a:r>
            <a:r>
              <a:rPr sz="12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optimize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irrigation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crop</a:t>
            </a:r>
            <a:r>
              <a:rPr sz="12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yields. </a:t>
            </a:r>
            <a:r>
              <a:rPr sz="12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Automated</a:t>
            </a:r>
            <a:r>
              <a:rPr sz="12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waste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sorting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enables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smarter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recycling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endParaRPr sz="1200">
              <a:latin typeface="Lucida Sans Unicode"/>
              <a:cs typeface="Lucida Sans Unicode"/>
            </a:endParaRPr>
          </a:p>
          <a:p>
            <a:pPr marR="5080" algn="r">
              <a:lnSpc>
                <a:spcPct val="100000"/>
              </a:lnSpc>
              <a:spcBef>
                <a:spcPts val="210"/>
              </a:spcBef>
            </a:pPr>
            <a:r>
              <a:rPr sz="12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reduces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landfill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burden.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097417" y="7370182"/>
            <a:ext cx="4220210" cy="11176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1B1B1B"/>
                </a:solidFill>
                <a:latin typeface="Tahoma"/>
                <a:cs typeface="Tahoma"/>
              </a:rPr>
              <a:t>Forest</a:t>
            </a:r>
            <a:r>
              <a:rPr sz="1400" b="1" spc="12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1B1B1B"/>
                </a:solidFill>
                <a:latin typeface="Tahoma"/>
                <a:cs typeface="Tahoma"/>
              </a:rPr>
              <a:t>Fire</a:t>
            </a:r>
            <a:r>
              <a:rPr sz="1400" b="1" spc="12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1B1B1B"/>
                </a:solidFill>
                <a:latin typeface="Tahoma"/>
                <a:cs typeface="Tahoma"/>
              </a:rPr>
              <a:t>Detection</a:t>
            </a:r>
            <a:r>
              <a:rPr sz="1400" b="1" spc="12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1B1B1B"/>
                </a:solidFill>
                <a:latin typeface="Tahoma"/>
                <a:cs typeface="Tahoma"/>
              </a:rPr>
              <a:t>&amp;</a:t>
            </a:r>
            <a:r>
              <a:rPr sz="1400" b="1" spc="12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1B1B1B"/>
                </a:solidFill>
                <a:latin typeface="Tahoma"/>
                <a:cs typeface="Tahoma"/>
              </a:rPr>
              <a:t>Water</a:t>
            </a:r>
            <a:r>
              <a:rPr sz="1400" b="1" spc="12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1B1B1B"/>
                </a:solidFill>
                <a:latin typeface="Tahoma"/>
                <a:cs typeface="Tahoma"/>
              </a:rPr>
              <a:t>Conservation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400">
              <a:latin typeface="Tahoma"/>
              <a:cs typeface="Tahoma"/>
            </a:endParaRPr>
          </a:p>
          <a:p>
            <a:pPr marL="208915" marR="5080" indent="-196850" algn="r">
              <a:lnSpc>
                <a:spcPct val="114599"/>
              </a:lnSpc>
            </a:pPr>
            <a:r>
              <a:rPr sz="12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AI-</a:t>
            </a:r>
            <a:r>
              <a:rPr sz="12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powered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early</a:t>
            </a:r>
            <a:r>
              <a:rPr sz="12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warning</a:t>
            </a:r>
            <a:r>
              <a:rPr sz="12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systems</a:t>
            </a:r>
            <a:r>
              <a:rPr sz="12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1B1B"/>
                </a:solidFill>
                <a:latin typeface="Lucida Sans Unicode"/>
                <a:cs typeface="Lucida Sans Unicode"/>
              </a:rPr>
              <a:t>detect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forest 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fires</a:t>
            </a:r>
            <a:r>
              <a:rPr sz="12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in</a:t>
            </a:r>
            <a:r>
              <a:rPr sz="12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real </a:t>
            </a:r>
            <a:r>
              <a:rPr sz="12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time.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Usage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analytics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help </a:t>
            </a:r>
            <a:r>
              <a:rPr sz="12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conserve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water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resources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endParaRPr sz="1200">
              <a:latin typeface="Lucida Sans Unicode"/>
              <a:cs typeface="Lucida Sans Unicode"/>
            </a:endParaRPr>
          </a:p>
          <a:p>
            <a:pPr marR="5080" algn="r">
              <a:lnSpc>
                <a:spcPct val="100000"/>
              </a:lnSpc>
              <a:spcBef>
                <a:spcPts val="210"/>
              </a:spcBef>
            </a:pPr>
            <a:r>
              <a:rPr sz="12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reduce</a:t>
            </a:r>
            <a:r>
              <a:rPr sz="12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wastage.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1970638" y="3569485"/>
            <a:ext cx="4248150" cy="11176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1B1B1B"/>
                </a:solidFill>
                <a:latin typeface="Tahoma"/>
                <a:cs typeface="Tahoma"/>
              </a:rPr>
              <a:t>Smart</a:t>
            </a:r>
            <a:r>
              <a:rPr sz="1400" b="1" spc="15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1B1B1B"/>
                </a:solidFill>
                <a:latin typeface="Tahoma"/>
                <a:cs typeface="Tahoma"/>
              </a:rPr>
              <a:t>Energy</a:t>
            </a:r>
            <a:r>
              <a:rPr sz="1400" b="1" spc="15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1B1B1B"/>
                </a:solidFill>
                <a:latin typeface="Tahoma"/>
                <a:cs typeface="Tahoma"/>
              </a:rPr>
              <a:t>&amp;</a:t>
            </a:r>
            <a:r>
              <a:rPr sz="1400" b="1" spc="15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1B1B1B"/>
                </a:solidFill>
                <a:latin typeface="Tahoma"/>
                <a:cs typeface="Tahoma"/>
              </a:rPr>
              <a:t>Pollution</a:t>
            </a:r>
            <a:r>
              <a:rPr sz="1400" b="1" spc="15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1B1B1B"/>
                </a:solidFill>
                <a:latin typeface="Tahoma"/>
                <a:cs typeface="Tahoma"/>
              </a:rPr>
              <a:t>Monitoring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400">
              <a:latin typeface="Tahoma"/>
              <a:cs typeface="Tahoma"/>
            </a:endParaRPr>
          </a:p>
          <a:p>
            <a:pPr marL="12700" marR="5080">
              <a:lnSpc>
                <a:spcPct val="114599"/>
              </a:lnSpc>
            </a:pPr>
            <a:r>
              <a:rPr sz="12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AI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manages</a:t>
            </a:r>
            <a:r>
              <a:rPr sz="12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energy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demand</a:t>
            </a:r>
            <a:r>
              <a:rPr sz="12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response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and</a:t>
            </a:r>
            <a:r>
              <a:rPr sz="12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grid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optimization. </a:t>
            </a:r>
            <a:r>
              <a:rPr sz="12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Air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water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quality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sensors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provide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real-</a:t>
            </a:r>
            <a:r>
              <a:rPr sz="12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time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pollution 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tracking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for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healthier </a:t>
            </a:r>
            <a:r>
              <a:rPr sz="12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environments.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1970638" y="6142383"/>
            <a:ext cx="4104640" cy="11176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1B1B1B"/>
                </a:solidFill>
                <a:latin typeface="Tahoma"/>
                <a:cs typeface="Tahoma"/>
              </a:rPr>
              <a:t>Climate</a:t>
            </a:r>
            <a:r>
              <a:rPr sz="1400" b="1" spc="17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1B1B1B"/>
                </a:solidFill>
                <a:latin typeface="Tahoma"/>
                <a:cs typeface="Tahoma"/>
              </a:rPr>
              <a:t>Prediction</a:t>
            </a:r>
            <a:r>
              <a:rPr sz="1400" b="1" spc="17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1B1B1B"/>
                </a:solidFill>
                <a:latin typeface="Tahoma"/>
                <a:cs typeface="Tahoma"/>
              </a:rPr>
              <a:t>&amp;</a:t>
            </a:r>
            <a:r>
              <a:rPr sz="1400" b="1" spc="17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1B1B1B"/>
                </a:solidFill>
                <a:latin typeface="Tahoma"/>
                <a:cs typeface="Tahoma"/>
              </a:rPr>
              <a:t>Smart</a:t>
            </a:r>
            <a:r>
              <a:rPr sz="1400" b="1" spc="17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1B1B1B"/>
                </a:solidFill>
                <a:latin typeface="Tahoma"/>
                <a:cs typeface="Tahoma"/>
              </a:rPr>
              <a:t>Cities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400">
              <a:latin typeface="Tahoma"/>
              <a:cs typeface="Tahoma"/>
            </a:endParaRPr>
          </a:p>
          <a:p>
            <a:pPr marL="12700" marR="5080">
              <a:lnSpc>
                <a:spcPct val="114599"/>
              </a:lnSpc>
            </a:pPr>
            <a:r>
              <a:rPr sz="12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AI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climate</a:t>
            </a:r>
            <a:r>
              <a:rPr sz="12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models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forecast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global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warming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scenarios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and </a:t>
            </a:r>
            <a:r>
              <a:rPr sz="12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policy</a:t>
            </a:r>
            <a:r>
              <a:rPr sz="12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impacts.</a:t>
            </a:r>
            <a:r>
              <a:rPr sz="12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Smart</a:t>
            </a:r>
            <a:r>
              <a:rPr sz="12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1B1B"/>
                </a:solidFill>
                <a:latin typeface="Lucida Sans Unicode"/>
                <a:cs typeface="Lucida Sans Unicode"/>
              </a:rPr>
              <a:t>city</a:t>
            </a:r>
            <a:r>
              <a:rPr sz="12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integration</a:t>
            </a:r>
            <a:r>
              <a:rPr sz="12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enables</a:t>
            </a:r>
            <a:r>
              <a:rPr sz="12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sustainable 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urban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management </a:t>
            </a:r>
            <a:r>
              <a:rPr sz="12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across</a:t>
            </a:r>
            <a:r>
              <a:rPr sz="12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energy,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transport, and</a:t>
            </a:r>
            <a:r>
              <a:rPr sz="12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waste.</a:t>
            </a:r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90820" y="3567953"/>
            <a:ext cx="3847465" cy="4866005"/>
            <a:chOff x="2590820" y="3567953"/>
            <a:chExt cx="3847465" cy="4866005"/>
          </a:xfrm>
        </p:grpSpPr>
        <p:sp>
          <p:nvSpPr>
            <p:cNvPr id="3" name="object 3"/>
            <p:cNvSpPr/>
            <p:nvPr/>
          </p:nvSpPr>
          <p:spPr>
            <a:xfrm>
              <a:off x="2638446" y="3615577"/>
              <a:ext cx="3752215" cy="4659630"/>
            </a:xfrm>
            <a:custGeom>
              <a:avLst/>
              <a:gdLst/>
              <a:ahLst/>
              <a:cxnLst/>
              <a:rect l="l" t="t" r="r" b="b"/>
              <a:pathLst>
                <a:path w="3752215" h="4659630">
                  <a:moveTo>
                    <a:pt x="3608862" y="4659423"/>
                  </a:moveTo>
                  <a:lnTo>
                    <a:pt x="142874" y="4659423"/>
                  </a:lnTo>
                  <a:lnTo>
                    <a:pt x="114871" y="4656652"/>
                  </a:lnTo>
                  <a:lnTo>
                    <a:pt x="63607" y="4635418"/>
                  </a:lnTo>
                  <a:lnTo>
                    <a:pt x="24004" y="4595815"/>
                  </a:lnTo>
                  <a:lnTo>
                    <a:pt x="2770" y="4544552"/>
                  </a:lnTo>
                  <a:lnTo>
                    <a:pt x="0" y="4516548"/>
                  </a:lnTo>
                  <a:lnTo>
                    <a:pt x="0" y="142874"/>
                  </a:lnTo>
                  <a:lnTo>
                    <a:pt x="10875" y="88199"/>
                  </a:lnTo>
                  <a:lnTo>
                    <a:pt x="41847" y="41847"/>
                  </a:lnTo>
                  <a:lnTo>
                    <a:pt x="88199" y="10875"/>
                  </a:lnTo>
                  <a:lnTo>
                    <a:pt x="142874" y="0"/>
                  </a:lnTo>
                  <a:lnTo>
                    <a:pt x="3608862" y="0"/>
                  </a:lnTo>
                  <a:lnTo>
                    <a:pt x="3663537" y="10875"/>
                  </a:lnTo>
                  <a:lnTo>
                    <a:pt x="3709889" y="41847"/>
                  </a:lnTo>
                  <a:lnTo>
                    <a:pt x="3740861" y="88199"/>
                  </a:lnTo>
                  <a:lnTo>
                    <a:pt x="3751737" y="142874"/>
                  </a:lnTo>
                  <a:lnTo>
                    <a:pt x="3751737" y="4516548"/>
                  </a:lnTo>
                  <a:lnTo>
                    <a:pt x="3740861" y="4571224"/>
                  </a:lnTo>
                  <a:lnTo>
                    <a:pt x="3709889" y="4617576"/>
                  </a:lnTo>
                  <a:lnTo>
                    <a:pt x="3663537" y="4648547"/>
                  </a:lnTo>
                  <a:lnTo>
                    <a:pt x="3608862" y="4659423"/>
                  </a:lnTo>
                  <a:close/>
                </a:path>
              </a:pathLst>
            </a:custGeom>
            <a:solidFill>
              <a:srgbClr val="AED5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38445" y="3615578"/>
              <a:ext cx="3752215" cy="4657725"/>
            </a:xfrm>
            <a:custGeom>
              <a:avLst/>
              <a:gdLst/>
              <a:ahLst/>
              <a:cxnLst/>
              <a:rect l="l" t="t" r="r" b="b"/>
              <a:pathLst>
                <a:path w="3752215" h="4657725">
                  <a:moveTo>
                    <a:pt x="125715" y="4657695"/>
                  </a:moveTo>
                  <a:lnTo>
                    <a:pt x="88166" y="4648529"/>
                  </a:lnTo>
                  <a:lnTo>
                    <a:pt x="41809" y="4617529"/>
                  </a:lnTo>
                  <a:lnTo>
                    <a:pt x="10855" y="4571154"/>
                  </a:lnTo>
                  <a:lnTo>
                    <a:pt x="1" y="4516473"/>
                  </a:lnTo>
                  <a:lnTo>
                    <a:pt x="0" y="142889"/>
                  </a:lnTo>
                  <a:lnTo>
                    <a:pt x="2767" y="114884"/>
                  </a:lnTo>
                  <a:lnTo>
                    <a:pt x="23998" y="63617"/>
                  </a:lnTo>
                  <a:lnTo>
                    <a:pt x="63601" y="24008"/>
                  </a:lnTo>
                  <a:lnTo>
                    <a:pt x="114868" y="2771"/>
                  </a:lnTo>
                  <a:lnTo>
                    <a:pt x="142873" y="0"/>
                  </a:lnTo>
                  <a:lnTo>
                    <a:pt x="3608789" y="0"/>
                  </a:lnTo>
                  <a:lnTo>
                    <a:pt x="3663487" y="10848"/>
                  </a:lnTo>
                  <a:lnTo>
                    <a:pt x="3709868" y="41819"/>
                  </a:lnTo>
                  <a:lnTo>
                    <a:pt x="3740860" y="88191"/>
                  </a:lnTo>
                  <a:lnTo>
                    <a:pt x="3751738" y="142889"/>
                  </a:lnTo>
                  <a:lnTo>
                    <a:pt x="3751745" y="4516481"/>
                  </a:lnTo>
                  <a:lnTo>
                    <a:pt x="3748982" y="4544504"/>
                  </a:lnTo>
                  <a:lnTo>
                    <a:pt x="3727740" y="4595807"/>
                  </a:lnTo>
                  <a:lnTo>
                    <a:pt x="3688103" y="4635433"/>
                  </a:lnTo>
                  <a:lnTo>
                    <a:pt x="3636800" y="4656659"/>
                  </a:lnTo>
                  <a:lnTo>
                    <a:pt x="3626018" y="4657640"/>
                  </a:lnTo>
                </a:path>
              </a:pathLst>
            </a:custGeom>
            <a:ln w="95250">
              <a:solidFill>
                <a:srgbClr val="679E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25880" y="8116173"/>
              <a:ext cx="3176905" cy="318135"/>
            </a:xfrm>
            <a:custGeom>
              <a:avLst/>
              <a:gdLst/>
              <a:ahLst/>
              <a:cxnLst/>
              <a:rect l="l" t="t" r="r" b="b"/>
              <a:pathLst>
                <a:path w="3176904" h="318134">
                  <a:moveTo>
                    <a:pt x="3033993" y="317654"/>
                  </a:moveTo>
                  <a:lnTo>
                    <a:pt x="142875" y="317654"/>
                  </a:lnTo>
                  <a:lnTo>
                    <a:pt x="114871" y="314884"/>
                  </a:lnTo>
                  <a:lnTo>
                    <a:pt x="63607" y="293650"/>
                  </a:lnTo>
                  <a:lnTo>
                    <a:pt x="24004" y="254046"/>
                  </a:lnTo>
                  <a:lnTo>
                    <a:pt x="2770" y="202783"/>
                  </a:lnTo>
                  <a:lnTo>
                    <a:pt x="0" y="174780"/>
                  </a:lnTo>
                  <a:lnTo>
                    <a:pt x="0" y="142875"/>
                  </a:lnTo>
                  <a:lnTo>
                    <a:pt x="10875" y="88198"/>
                  </a:lnTo>
                  <a:lnTo>
                    <a:pt x="41847" y="41846"/>
                  </a:lnTo>
                  <a:lnTo>
                    <a:pt x="88199" y="10876"/>
                  </a:lnTo>
                  <a:lnTo>
                    <a:pt x="142875" y="0"/>
                  </a:lnTo>
                  <a:lnTo>
                    <a:pt x="3033993" y="0"/>
                  </a:lnTo>
                  <a:lnTo>
                    <a:pt x="3088669" y="10876"/>
                  </a:lnTo>
                  <a:lnTo>
                    <a:pt x="3135021" y="41846"/>
                  </a:lnTo>
                  <a:lnTo>
                    <a:pt x="3165992" y="88198"/>
                  </a:lnTo>
                  <a:lnTo>
                    <a:pt x="3176549" y="139646"/>
                  </a:lnTo>
                  <a:lnTo>
                    <a:pt x="3176549" y="178008"/>
                  </a:lnTo>
                  <a:lnTo>
                    <a:pt x="3165992" y="229455"/>
                  </a:lnTo>
                  <a:lnTo>
                    <a:pt x="3135021" y="275807"/>
                  </a:lnTo>
                  <a:lnTo>
                    <a:pt x="3088669" y="306779"/>
                  </a:lnTo>
                  <a:lnTo>
                    <a:pt x="3033993" y="317654"/>
                  </a:lnTo>
                  <a:close/>
                </a:path>
              </a:pathLst>
            </a:custGeom>
            <a:solidFill>
              <a:srgbClr val="679E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220505" y="3567953"/>
            <a:ext cx="3847465" cy="4866005"/>
            <a:chOff x="7220505" y="3567953"/>
            <a:chExt cx="3847465" cy="4866005"/>
          </a:xfrm>
        </p:grpSpPr>
        <p:sp>
          <p:nvSpPr>
            <p:cNvPr id="7" name="object 7"/>
            <p:cNvSpPr/>
            <p:nvPr/>
          </p:nvSpPr>
          <p:spPr>
            <a:xfrm>
              <a:off x="7268130" y="3615577"/>
              <a:ext cx="3752215" cy="4659630"/>
            </a:xfrm>
            <a:custGeom>
              <a:avLst/>
              <a:gdLst/>
              <a:ahLst/>
              <a:cxnLst/>
              <a:rect l="l" t="t" r="r" b="b"/>
              <a:pathLst>
                <a:path w="3752215" h="4659630">
                  <a:moveTo>
                    <a:pt x="3608861" y="4659423"/>
                  </a:moveTo>
                  <a:lnTo>
                    <a:pt x="142874" y="4659423"/>
                  </a:lnTo>
                  <a:lnTo>
                    <a:pt x="114871" y="4656652"/>
                  </a:lnTo>
                  <a:lnTo>
                    <a:pt x="63607" y="4635418"/>
                  </a:lnTo>
                  <a:lnTo>
                    <a:pt x="24004" y="4595815"/>
                  </a:lnTo>
                  <a:lnTo>
                    <a:pt x="2770" y="4544552"/>
                  </a:lnTo>
                  <a:lnTo>
                    <a:pt x="0" y="4516548"/>
                  </a:lnTo>
                  <a:lnTo>
                    <a:pt x="0" y="142874"/>
                  </a:lnTo>
                  <a:lnTo>
                    <a:pt x="10875" y="88199"/>
                  </a:lnTo>
                  <a:lnTo>
                    <a:pt x="41847" y="41847"/>
                  </a:lnTo>
                  <a:lnTo>
                    <a:pt x="88198" y="10875"/>
                  </a:lnTo>
                  <a:lnTo>
                    <a:pt x="142874" y="0"/>
                  </a:lnTo>
                  <a:lnTo>
                    <a:pt x="3608861" y="0"/>
                  </a:lnTo>
                  <a:lnTo>
                    <a:pt x="3663537" y="10875"/>
                  </a:lnTo>
                  <a:lnTo>
                    <a:pt x="3709889" y="41847"/>
                  </a:lnTo>
                  <a:lnTo>
                    <a:pt x="3740861" y="88199"/>
                  </a:lnTo>
                  <a:lnTo>
                    <a:pt x="3751736" y="142874"/>
                  </a:lnTo>
                  <a:lnTo>
                    <a:pt x="3751736" y="4516548"/>
                  </a:lnTo>
                  <a:lnTo>
                    <a:pt x="3740861" y="4571224"/>
                  </a:lnTo>
                  <a:lnTo>
                    <a:pt x="3709889" y="4617576"/>
                  </a:lnTo>
                  <a:lnTo>
                    <a:pt x="3663537" y="4648547"/>
                  </a:lnTo>
                  <a:lnTo>
                    <a:pt x="3608861" y="4659423"/>
                  </a:lnTo>
                  <a:close/>
                </a:path>
              </a:pathLst>
            </a:custGeom>
            <a:solidFill>
              <a:srgbClr val="DBEC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68130" y="3615578"/>
              <a:ext cx="3752215" cy="4657725"/>
            </a:xfrm>
            <a:custGeom>
              <a:avLst/>
              <a:gdLst/>
              <a:ahLst/>
              <a:cxnLst/>
              <a:rect l="l" t="t" r="r" b="b"/>
              <a:pathLst>
                <a:path w="3752215" h="4657725">
                  <a:moveTo>
                    <a:pt x="125715" y="4657695"/>
                  </a:moveTo>
                  <a:lnTo>
                    <a:pt x="88166" y="4648529"/>
                  </a:lnTo>
                  <a:lnTo>
                    <a:pt x="41810" y="4617529"/>
                  </a:lnTo>
                  <a:lnTo>
                    <a:pt x="10855" y="4571154"/>
                  </a:lnTo>
                  <a:lnTo>
                    <a:pt x="1" y="4516473"/>
                  </a:lnTo>
                  <a:lnTo>
                    <a:pt x="0" y="142889"/>
                  </a:lnTo>
                  <a:lnTo>
                    <a:pt x="2767" y="114884"/>
                  </a:lnTo>
                  <a:lnTo>
                    <a:pt x="23998" y="63617"/>
                  </a:lnTo>
                  <a:lnTo>
                    <a:pt x="63601" y="24008"/>
                  </a:lnTo>
                  <a:lnTo>
                    <a:pt x="114868" y="2771"/>
                  </a:lnTo>
                  <a:lnTo>
                    <a:pt x="142873" y="0"/>
                  </a:lnTo>
                  <a:lnTo>
                    <a:pt x="3608788" y="0"/>
                  </a:lnTo>
                  <a:lnTo>
                    <a:pt x="3663487" y="10848"/>
                  </a:lnTo>
                  <a:lnTo>
                    <a:pt x="3709868" y="41819"/>
                  </a:lnTo>
                  <a:lnTo>
                    <a:pt x="3740860" y="88191"/>
                  </a:lnTo>
                  <a:lnTo>
                    <a:pt x="3751738" y="142889"/>
                  </a:lnTo>
                  <a:lnTo>
                    <a:pt x="3751744" y="4516481"/>
                  </a:lnTo>
                  <a:lnTo>
                    <a:pt x="3748982" y="4544504"/>
                  </a:lnTo>
                  <a:lnTo>
                    <a:pt x="3727740" y="4595807"/>
                  </a:lnTo>
                  <a:lnTo>
                    <a:pt x="3688103" y="4635433"/>
                  </a:lnTo>
                  <a:lnTo>
                    <a:pt x="3636800" y="4656659"/>
                  </a:lnTo>
                  <a:lnTo>
                    <a:pt x="3626018" y="4657640"/>
                  </a:lnTo>
                </a:path>
              </a:pathLst>
            </a:custGeom>
            <a:ln w="95250">
              <a:solidFill>
                <a:srgbClr val="AED5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55565" y="8116173"/>
              <a:ext cx="3176905" cy="318135"/>
            </a:xfrm>
            <a:custGeom>
              <a:avLst/>
              <a:gdLst/>
              <a:ahLst/>
              <a:cxnLst/>
              <a:rect l="l" t="t" r="r" b="b"/>
              <a:pathLst>
                <a:path w="3176904" h="318134">
                  <a:moveTo>
                    <a:pt x="3033993" y="317654"/>
                  </a:moveTo>
                  <a:lnTo>
                    <a:pt x="142875" y="317654"/>
                  </a:lnTo>
                  <a:lnTo>
                    <a:pt x="114871" y="314884"/>
                  </a:lnTo>
                  <a:lnTo>
                    <a:pt x="63607" y="293650"/>
                  </a:lnTo>
                  <a:lnTo>
                    <a:pt x="24004" y="254046"/>
                  </a:lnTo>
                  <a:lnTo>
                    <a:pt x="2770" y="202783"/>
                  </a:lnTo>
                  <a:lnTo>
                    <a:pt x="0" y="174780"/>
                  </a:lnTo>
                  <a:lnTo>
                    <a:pt x="0" y="142875"/>
                  </a:lnTo>
                  <a:lnTo>
                    <a:pt x="10875" y="88198"/>
                  </a:lnTo>
                  <a:lnTo>
                    <a:pt x="41847" y="41846"/>
                  </a:lnTo>
                  <a:lnTo>
                    <a:pt x="88198" y="10876"/>
                  </a:lnTo>
                  <a:lnTo>
                    <a:pt x="142875" y="0"/>
                  </a:lnTo>
                  <a:lnTo>
                    <a:pt x="3033993" y="0"/>
                  </a:lnTo>
                  <a:lnTo>
                    <a:pt x="3088669" y="10876"/>
                  </a:lnTo>
                  <a:lnTo>
                    <a:pt x="3135021" y="41846"/>
                  </a:lnTo>
                  <a:lnTo>
                    <a:pt x="3165992" y="88198"/>
                  </a:lnTo>
                  <a:lnTo>
                    <a:pt x="3176549" y="139654"/>
                  </a:lnTo>
                  <a:lnTo>
                    <a:pt x="3176549" y="178000"/>
                  </a:lnTo>
                  <a:lnTo>
                    <a:pt x="3165992" y="229455"/>
                  </a:lnTo>
                  <a:lnTo>
                    <a:pt x="3135021" y="275807"/>
                  </a:lnTo>
                  <a:lnTo>
                    <a:pt x="3088669" y="306779"/>
                  </a:lnTo>
                  <a:lnTo>
                    <a:pt x="3033993" y="317654"/>
                  </a:lnTo>
                  <a:close/>
                </a:path>
              </a:pathLst>
            </a:custGeom>
            <a:solidFill>
              <a:srgbClr val="AED5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1848541" y="3567953"/>
            <a:ext cx="3847465" cy="4866005"/>
            <a:chOff x="11848541" y="3567953"/>
            <a:chExt cx="3847465" cy="4866005"/>
          </a:xfrm>
        </p:grpSpPr>
        <p:sp>
          <p:nvSpPr>
            <p:cNvPr id="11" name="object 11"/>
            <p:cNvSpPr/>
            <p:nvPr/>
          </p:nvSpPr>
          <p:spPr>
            <a:xfrm>
              <a:off x="11896167" y="3615577"/>
              <a:ext cx="3752215" cy="4659630"/>
            </a:xfrm>
            <a:custGeom>
              <a:avLst/>
              <a:gdLst/>
              <a:ahLst/>
              <a:cxnLst/>
              <a:rect l="l" t="t" r="r" b="b"/>
              <a:pathLst>
                <a:path w="3752215" h="4659630">
                  <a:moveTo>
                    <a:pt x="3608861" y="4659423"/>
                  </a:moveTo>
                  <a:lnTo>
                    <a:pt x="142874" y="4659423"/>
                  </a:lnTo>
                  <a:lnTo>
                    <a:pt x="114871" y="4656652"/>
                  </a:lnTo>
                  <a:lnTo>
                    <a:pt x="63607" y="4635418"/>
                  </a:lnTo>
                  <a:lnTo>
                    <a:pt x="24004" y="4595815"/>
                  </a:lnTo>
                  <a:lnTo>
                    <a:pt x="2770" y="4544552"/>
                  </a:lnTo>
                  <a:lnTo>
                    <a:pt x="0" y="4516548"/>
                  </a:lnTo>
                  <a:lnTo>
                    <a:pt x="0" y="142874"/>
                  </a:lnTo>
                  <a:lnTo>
                    <a:pt x="10875" y="88199"/>
                  </a:lnTo>
                  <a:lnTo>
                    <a:pt x="41847" y="41847"/>
                  </a:lnTo>
                  <a:lnTo>
                    <a:pt x="88198" y="10875"/>
                  </a:lnTo>
                  <a:lnTo>
                    <a:pt x="142874" y="0"/>
                  </a:lnTo>
                  <a:lnTo>
                    <a:pt x="3608861" y="0"/>
                  </a:lnTo>
                  <a:lnTo>
                    <a:pt x="3663537" y="10875"/>
                  </a:lnTo>
                  <a:lnTo>
                    <a:pt x="3709889" y="41847"/>
                  </a:lnTo>
                  <a:lnTo>
                    <a:pt x="3740860" y="88199"/>
                  </a:lnTo>
                  <a:lnTo>
                    <a:pt x="3751736" y="142874"/>
                  </a:lnTo>
                  <a:lnTo>
                    <a:pt x="3751736" y="4516548"/>
                  </a:lnTo>
                  <a:lnTo>
                    <a:pt x="3740860" y="4571224"/>
                  </a:lnTo>
                  <a:lnTo>
                    <a:pt x="3709889" y="4617576"/>
                  </a:lnTo>
                  <a:lnTo>
                    <a:pt x="3663537" y="4648547"/>
                  </a:lnTo>
                  <a:lnTo>
                    <a:pt x="3608861" y="4659423"/>
                  </a:lnTo>
                  <a:close/>
                </a:path>
              </a:pathLst>
            </a:custGeom>
            <a:solidFill>
              <a:srgbClr val="AED5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896166" y="3615578"/>
              <a:ext cx="3752215" cy="4657725"/>
            </a:xfrm>
            <a:custGeom>
              <a:avLst/>
              <a:gdLst/>
              <a:ahLst/>
              <a:cxnLst/>
              <a:rect l="l" t="t" r="r" b="b"/>
              <a:pathLst>
                <a:path w="3752215" h="4657725">
                  <a:moveTo>
                    <a:pt x="125715" y="4657695"/>
                  </a:moveTo>
                  <a:lnTo>
                    <a:pt x="88166" y="4648529"/>
                  </a:lnTo>
                  <a:lnTo>
                    <a:pt x="41810" y="4617529"/>
                  </a:lnTo>
                  <a:lnTo>
                    <a:pt x="10855" y="4571154"/>
                  </a:lnTo>
                  <a:lnTo>
                    <a:pt x="1" y="4516473"/>
                  </a:lnTo>
                  <a:lnTo>
                    <a:pt x="0" y="142889"/>
                  </a:lnTo>
                  <a:lnTo>
                    <a:pt x="2767" y="114885"/>
                  </a:lnTo>
                  <a:lnTo>
                    <a:pt x="23998" y="63617"/>
                  </a:lnTo>
                  <a:lnTo>
                    <a:pt x="63601" y="24009"/>
                  </a:lnTo>
                  <a:lnTo>
                    <a:pt x="114868" y="2771"/>
                  </a:lnTo>
                  <a:lnTo>
                    <a:pt x="142873" y="0"/>
                  </a:lnTo>
                  <a:lnTo>
                    <a:pt x="3608788" y="0"/>
                  </a:lnTo>
                  <a:lnTo>
                    <a:pt x="3663487" y="10848"/>
                  </a:lnTo>
                  <a:lnTo>
                    <a:pt x="3709868" y="41819"/>
                  </a:lnTo>
                  <a:lnTo>
                    <a:pt x="3740860" y="88191"/>
                  </a:lnTo>
                  <a:lnTo>
                    <a:pt x="3751737" y="142889"/>
                  </a:lnTo>
                  <a:lnTo>
                    <a:pt x="3751744" y="4516481"/>
                  </a:lnTo>
                  <a:lnTo>
                    <a:pt x="3748982" y="4544504"/>
                  </a:lnTo>
                  <a:lnTo>
                    <a:pt x="3727740" y="4595807"/>
                  </a:lnTo>
                  <a:lnTo>
                    <a:pt x="3688103" y="4635433"/>
                  </a:lnTo>
                  <a:lnTo>
                    <a:pt x="3636800" y="4656659"/>
                  </a:lnTo>
                  <a:lnTo>
                    <a:pt x="3626018" y="4657640"/>
                  </a:lnTo>
                </a:path>
              </a:pathLst>
            </a:custGeom>
            <a:ln w="95250">
              <a:solidFill>
                <a:srgbClr val="DBEC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183601" y="8116173"/>
              <a:ext cx="3176905" cy="318135"/>
            </a:xfrm>
            <a:custGeom>
              <a:avLst/>
              <a:gdLst/>
              <a:ahLst/>
              <a:cxnLst/>
              <a:rect l="l" t="t" r="r" b="b"/>
              <a:pathLst>
                <a:path w="3176905" h="318134">
                  <a:moveTo>
                    <a:pt x="3033993" y="317654"/>
                  </a:moveTo>
                  <a:lnTo>
                    <a:pt x="142875" y="317654"/>
                  </a:lnTo>
                  <a:lnTo>
                    <a:pt x="114871" y="314884"/>
                  </a:lnTo>
                  <a:lnTo>
                    <a:pt x="63607" y="293650"/>
                  </a:lnTo>
                  <a:lnTo>
                    <a:pt x="24004" y="254046"/>
                  </a:lnTo>
                  <a:lnTo>
                    <a:pt x="2770" y="202783"/>
                  </a:lnTo>
                  <a:lnTo>
                    <a:pt x="0" y="174780"/>
                  </a:lnTo>
                  <a:lnTo>
                    <a:pt x="0" y="142875"/>
                  </a:lnTo>
                  <a:lnTo>
                    <a:pt x="10875" y="88198"/>
                  </a:lnTo>
                  <a:lnTo>
                    <a:pt x="41847" y="41846"/>
                  </a:lnTo>
                  <a:lnTo>
                    <a:pt x="88199" y="10876"/>
                  </a:lnTo>
                  <a:lnTo>
                    <a:pt x="142875" y="0"/>
                  </a:lnTo>
                  <a:lnTo>
                    <a:pt x="3033993" y="0"/>
                  </a:lnTo>
                  <a:lnTo>
                    <a:pt x="3088669" y="10876"/>
                  </a:lnTo>
                  <a:lnTo>
                    <a:pt x="3135021" y="41846"/>
                  </a:lnTo>
                  <a:lnTo>
                    <a:pt x="3165993" y="88198"/>
                  </a:lnTo>
                  <a:lnTo>
                    <a:pt x="3176549" y="139644"/>
                  </a:lnTo>
                  <a:lnTo>
                    <a:pt x="3176549" y="178010"/>
                  </a:lnTo>
                  <a:lnTo>
                    <a:pt x="3165993" y="229455"/>
                  </a:lnTo>
                  <a:lnTo>
                    <a:pt x="3135021" y="275807"/>
                  </a:lnTo>
                  <a:lnTo>
                    <a:pt x="3088669" y="306779"/>
                  </a:lnTo>
                  <a:lnTo>
                    <a:pt x="3033993" y="317654"/>
                  </a:lnTo>
                  <a:close/>
                </a:path>
              </a:pathLst>
            </a:custGeom>
            <a:solidFill>
              <a:srgbClr val="DBEC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32155" y="3914352"/>
            <a:ext cx="561974" cy="9239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80954" y="4088499"/>
            <a:ext cx="581024" cy="56197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86217" y="4055033"/>
            <a:ext cx="561974" cy="571499"/>
          </a:xfrm>
          <a:prstGeom prst="rect">
            <a:avLst/>
          </a:prstGeom>
        </p:spPr>
      </p:pic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6854197" y="1271616"/>
            <a:ext cx="457835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Challenges</a:t>
            </a:r>
            <a:r>
              <a:rPr spc="-30" dirty="0"/>
              <a:t> </a:t>
            </a:r>
            <a:r>
              <a:rPr spc="85" dirty="0"/>
              <a:t>of</a:t>
            </a:r>
            <a:r>
              <a:rPr spc="-30" dirty="0"/>
              <a:t> </a:t>
            </a:r>
            <a:r>
              <a:rPr spc="-65" dirty="0"/>
              <a:t>AI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184902" y="4786652"/>
            <a:ext cx="2552700" cy="2608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100" marR="284480" indent="353060">
              <a:lnSpc>
                <a:spcPct val="116100"/>
              </a:lnSpc>
              <a:spcBef>
                <a:spcPts val="100"/>
              </a:spcBef>
            </a:pPr>
            <a:r>
              <a:rPr sz="2100" b="1" spc="65" dirty="0">
                <a:solidFill>
                  <a:srgbClr val="1B1B1B"/>
                </a:solidFill>
                <a:latin typeface="Tahoma"/>
                <a:cs typeface="Tahoma"/>
              </a:rPr>
              <a:t>Energy</a:t>
            </a:r>
            <a:r>
              <a:rPr sz="2100" b="1" spc="-1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-50" dirty="0">
                <a:solidFill>
                  <a:srgbClr val="1B1B1B"/>
                </a:solidFill>
                <a:latin typeface="Tahoma"/>
                <a:cs typeface="Tahoma"/>
              </a:rPr>
              <a:t>&amp; </a:t>
            </a:r>
            <a:r>
              <a:rPr sz="2100" b="1" spc="-10" dirty="0">
                <a:solidFill>
                  <a:srgbClr val="1B1B1B"/>
                </a:solidFill>
                <a:latin typeface="Tahoma"/>
                <a:cs typeface="Tahoma"/>
              </a:rPr>
              <a:t>Infrastructure</a:t>
            </a:r>
            <a:endParaRPr sz="2100">
              <a:latin typeface="Tahoma"/>
              <a:cs typeface="Tahoma"/>
            </a:endParaRPr>
          </a:p>
          <a:p>
            <a:pPr marL="12700" marR="5080" algn="ctr">
              <a:lnSpc>
                <a:spcPct val="116900"/>
              </a:lnSpc>
              <a:spcBef>
                <a:spcPts val="1430"/>
              </a:spcBef>
            </a:pPr>
            <a:r>
              <a:rPr sz="15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AI</a:t>
            </a:r>
            <a:r>
              <a:rPr sz="15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training</a:t>
            </a:r>
            <a:r>
              <a:rPr sz="15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requires</a:t>
            </a:r>
            <a:r>
              <a:rPr sz="15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massive </a:t>
            </a:r>
            <a:r>
              <a:rPr sz="155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electricity.</a:t>
            </a:r>
            <a:r>
              <a:rPr sz="155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Data</a:t>
            </a:r>
            <a:r>
              <a:rPr sz="155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centres demand</a:t>
            </a:r>
            <a:r>
              <a:rPr sz="155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large-</a:t>
            </a:r>
            <a:r>
              <a:rPr sz="155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scale </a:t>
            </a:r>
            <a:r>
              <a:rPr sz="155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infrastructure,</a:t>
            </a:r>
            <a:r>
              <a:rPr sz="1550" spc="2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cooling </a:t>
            </a:r>
            <a:r>
              <a:rPr sz="155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systems,</a:t>
            </a:r>
            <a:r>
              <a:rPr sz="155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55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continuous </a:t>
            </a:r>
            <a:r>
              <a:rPr sz="155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power</a:t>
            </a:r>
            <a:r>
              <a:rPr sz="15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supply.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96488" y="4786652"/>
            <a:ext cx="2694940" cy="2332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" marR="84455" algn="ctr">
              <a:lnSpc>
                <a:spcPct val="116100"/>
              </a:lnSpc>
              <a:spcBef>
                <a:spcPts val="100"/>
              </a:spcBef>
            </a:pPr>
            <a:r>
              <a:rPr sz="2100" b="1" spc="-45" dirty="0">
                <a:solidFill>
                  <a:srgbClr val="1B1B1B"/>
                </a:solidFill>
                <a:latin typeface="Tahoma"/>
                <a:cs typeface="Tahoma"/>
              </a:rPr>
              <a:t>E-</a:t>
            </a:r>
            <a:r>
              <a:rPr sz="2100" b="1" dirty="0">
                <a:solidFill>
                  <a:srgbClr val="1B1B1B"/>
                </a:solidFill>
                <a:latin typeface="Tahoma"/>
                <a:cs typeface="Tahoma"/>
              </a:rPr>
              <a:t>Waste</a:t>
            </a:r>
            <a:r>
              <a:rPr sz="2100" b="1" spc="4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dirty="0">
                <a:solidFill>
                  <a:srgbClr val="1B1B1B"/>
                </a:solidFill>
                <a:latin typeface="Tahoma"/>
                <a:cs typeface="Tahoma"/>
              </a:rPr>
              <a:t>&amp;</a:t>
            </a:r>
            <a:r>
              <a:rPr sz="2100" b="1" spc="50" dirty="0">
                <a:solidFill>
                  <a:srgbClr val="1B1B1B"/>
                </a:solidFill>
                <a:latin typeface="Tahoma"/>
                <a:cs typeface="Tahoma"/>
              </a:rPr>
              <a:t> Carbon </a:t>
            </a:r>
            <a:r>
              <a:rPr sz="2100" b="1" spc="45" dirty="0">
                <a:solidFill>
                  <a:srgbClr val="1B1B1B"/>
                </a:solidFill>
                <a:latin typeface="Tahoma"/>
                <a:cs typeface="Tahoma"/>
              </a:rPr>
              <a:t>Emissions</a:t>
            </a:r>
            <a:endParaRPr sz="2100">
              <a:latin typeface="Tahoma"/>
              <a:cs typeface="Tahoma"/>
            </a:endParaRPr>
          </a:p>
          <a:p>
            <a:pPr marL="12700" marR="5080" algn="ctr">
              <a:lnSpc>
                <a:spcPct val="116900"/>
              </a:lnSpc>
              <a:spcBef>
                <a:spcPts val="1430"/>
              </a:spcBef>
            </a:pPr>
            <a:r>
              <a:rPr sz="15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Hardware</a:t>
            </a:r>
            <a:r>
              <a:rPr sz="155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turnover</a:t>
            </a:r>
            <a:r>
              <a:rPr sz="155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generates </a:t>
            </a:r>
            <a:r>
              <a:rPr sz="155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electronic</a:t>
            </a:r>
            <a:r>
              <a:rPr sz="155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waste.</a:t>
            </a:r>
            <a:r>
              <a:rPr sz="155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AI</a:t>
            </a:r>
            <a:r>
              <a:rPr sz="155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lifecycle </a:t>
            </a:r>
            <a:r>
              <a:rPr sz="155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contributes</a:t>
            </a:r>
            <a:r>
              <a:rPr sz="155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significantly</a:t>
            </a:r>
            <a:r>
              <a:rPr sz="155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 to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carbon</a:t>
            </a:r>
            <a:r>
              <a:rPr sz="155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emissions</a:t>
            </a:r>
            <a:r>
              <a:rPr sz="155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and </a:t>
            </a:r>
            <a:r>
              <a:rPr sz="15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environmental</a:t>
            </a:r>
            <a:r>
              <a:rPr sz="155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degradation.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556485" y="4838316"/>
            <a:ext cx="2431415" cy="345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00" b="1" spc="55" dirty="0">
                <a:solidFill>
                  <a:srgbClr val="1B1B1B"/>
                </a:solidFill>
                <a:latin typeface="Tahoma"/>
                <a:cs typeface="Tahoma"/>
              </a:rPr>
              <a:t>Ethics</a:t>
            </a:r>
            <a:r>
              <a:rPr sz="2100" b="1" spc="1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dirty="0">
                <a:solidFill>
                  <a:srgbClr val="1B1B1B"/>
                </a:solidFill>
                <a:latin typeface="Tahoma"/>
                <a:cs typeface="Tahoma"/>
              </a:rPr>
              <a:t>&amp;</a:t>
            </a:r>
            <a:r>
              <a:rPr sz="2100" b="1" spc="2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dirty="0">
                <a:solidFill>
                  <a:srgbClr val="1B1B1B"/>
                </a:solidFill>
                <a:latin typeface="Tahoma"/>
                <a:cs typeface="Tahoma"/>
              </a:rPr>
              <a:t>Green</a:t>
            </a:r>
            <a:r>
              <a:rPr sz="2100" b="1" spc="2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-25" dirty="0">
                <a:solidFill>
                  <a:srgbClr val="1B1B1B"/>
                </a:solidFill>
                <a:latin typeface="Tahoma"/>
                <a:cs typeface="Tahoma"/>
              </a:rPr>
              <a:t>AI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455035" y="5712232"/>
            <a:ext cx="2633980" cy="1682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5090" marR="77470" algn="ctr">
              <a:lnSpc>
                <a:spcPct val="116900"/>
              </a:lnSpc>
              <a:spcBef>
                <a:spcPts val="95"/>
              </a:spcBef>
            </a:pPr>
            <a:r>
              <a:rPr sz="155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Ethical</a:t>
            </a:r>
            <a:r>
              <a:rPr sz="15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concerns</a:t>
            </a:r>
            <a:r>
              <a:rPr sz="155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around</a:t>
            </a:r>
            <a:r>
              <a:rPr sz="155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AI </a:t>
            </a:r>
            <a:r>
              <a:rPr sz="155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deployment</a:t>
            </a:r>
            <a:r>
              <a:rPr sz="15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persist.</a:t>
            </a:r>
            <a:endParaRPr sz="1550">
              <a:latin typeface="Lucida Sans Unicode"/>
              <a:cs typeface="Lucida Sans Unicode"/>
            </a:endParaRPr>
          </a:p>
          <a:p>
            <a:pPr marL="12700" marR="5080" algn="ctr">
              <a:lnSpc>
                <a:spcPct val="116900"/>
              </a:lnSpc>
            </a:pPr>
            <a:r>
              <a:rPr sz="15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Adopting</a:t>
            </a:r>
            <a:r>
              <a:rPr sz="155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Green</a:t>
            </a:r>
            <a:r>
              <a:rPr sz="1550" spc="-9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AI</a:t>
            </a:r>
            <a:r>
              <a:rPr sz="155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practices </a:t>
            </a:r>
            <a:r>
              <a:rPr sz="155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is</a:t>
            </a:r>
            <a:r>
              <a:rPr sz="155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essential</a:t>
            </a:r>
            <a:r>
              <a:rPr sz="155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1B1B1B"/>
                </a:solidFill>
                <a:latin typeface="Lucida Sans Unicode"/>
                <a:cs typeface="Lucida Sans Unicode"/>
              </a:rPr>
              <a:t>to</a:t>
            </a:r>
            <a:r>
              <a:rPr sz="155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reduce </a:t>
            </a:r>
            <a:r>
              <a:rPr sz="15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environmental</a:t>
            </a:r>
            <a:r>
              <a:rPr sz="155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impact responsibly.</a:t>
            </a:r>
            <a:endParaRPr sz="1550">
              <a:latin typeface="Lucida Sans Unicode"/>
              <a:cs typeface="Lucida Sans Unicode"/>
            </a:endParaRPr>
          </a:p>
        </p:txBody>
      </p:sp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528583" y="1129499"/>
            <a:ext cx="152211" cy="15223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800348" y="1129499"/>
            <a:ext cx="152211" cy="15223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528583" y="857741"/>
            <a:ext cx="152211" cy="152175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800348" y="857741"/>
            <a:ext cx="152211" cy="152175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528583" y="585982"/>
            <a:ext cx="152211" cy="152175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800348" y="585982"/>
            <a:ext cx="152211" cy="152175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528583" y="314224"/>
            <a:ext cx="152211" cy="152175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800348" y="314224"/>
            <a:ext cx="152211" cy="152175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528583" y="42465"/>
            <a:ext cx="152211" cy="152175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800348" y="42465"/>
            <a:ext cx="152211" cy="152175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072106" y="42465"/>
            <a:ext cx="152228" cy="152175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343859" y="42465"/>
            <a:ext cx="152234" cy="152175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615617" y="42465"/>
            <a:ext cx="152234" cy="152175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887376" y="42465"/>
            <a:ext cx="152234" cy="152175"/>
          </a:xfrm>
          <a:prstGeom prst="rect">
            <a:avLst/>
          </a:prstGeom>
        </p:spPr>
      </p:pic>
      <p:grpSp>
        <p:nvGrpSpPr>
          <p:cNvPr id="36" name="object 36"/>
          <p:cNvGrpSpPr/>
          <p:nvPr/>
        </p:nvGrpSpPr>
        <p:grpSpPr>
          <a:xfrm>
            <a:off x="17019367" y="242009"/>
            <a:ext cx="1268730" cy="1652905"/>
            <a:chOff x="17019367" y="242009"/>
            <a:chExt cx="1268730" cy="1652905"/>
          </a:xfrm>
        </p:grpSpPr>
        <p:sp>
          <p:nvSpPr>
            <p:cNvPr id="37" name="object 37"/>
            <p:cNvSpPr/>
            <p:nvPr/>
          </p:nvSpPr>
          <p:spPr>
            <a:xfrm>
              <a:off x="17019359" y="242010"/>
              <a:ext cx="1268730" cy="1652905"/>
            </a:xfrm>
            <a:custGeom>
              <a:avLst/>
              <a:gdLst/>
              <a:ahLst/>
              <a:cxnLst/>
              <a:rect l="l" t="t" r="r" b="b"/>
              <a:pathLst>
                <a:path w="1268730" h="1652905">
                  <a:moveTo>
                    <a:pt x="1268628" y="126733"/>
                  </a:moveTo>
                  <a:lnTo>
                    <a:pt x="1233182" y="105524"/>
                  </a:lnTo>
                  <a:lnTo>
                    <a:pt x="1192606" y="84201"/>
                  </a:lnTo>
                  <a:lnTo>
                    <a:pt x="1150747" y="65112"/>
                  </a:lnTo>
                  <a:lnTo>
                    <a:pt x="1107694" y="48298"/>
                  </a:lnTo>
                  <a:lnTo>
                    <a:pt x="1063498" y="33870"/>
                  </a:lnTo>
                  <a:lnTo>
                    <a:pt x="1018260" y="21882"/>
                  </a:lnTo>
                  <a:lnTo>
                    <a:pt x="972045" y="12433"/>
                  </a:lnTo>
                  <a:lnTo>
                    <a:pt x="924928" y="5575"/>
                  </a:lnTo>
                  <a:lnTo>
                    <a:pt x="876998" y="1409"/>
                  </a:lnTo>
                  <a:lnTo>
                    <a:pt x="828332" y="0"/>
                  </a:lnTo>
                  <a:lnTo>
                    <a:pt x="779653" y="1409"/>
                  </a:lnTo>
                  <a:lnTo>
                    <a:pt x="731723" y="5575"/>
                  </a:lnTo>
                  <a:lnTo>
                    <a:pt x="684618" y="12433"/>
                  </a:lnTo>
                  <a:lnTo>
                    <a:pt x="638403" y="21882"/>
                  </a:lnTo>
                  <a:lnTo>
                    <a:pt x="593153" y="33870"/>
                  </a:lnTo>
                  <a:lnTo>
                    <a:pt x="548970" y="48298"/>
                  </a:lnTo>
                  <a:lnTo>
                    <a:pt x="505904" y="65112"/>
                  </a:lnTo>
                  <a:lnTo>
                    <a:pt x="464045" y="84201"/>
                  </a:lnTo>
                  <a:lnTo>
                    <a:pt x="423481" y="105524"/>
                  </a:lnTo>
                  <a:lnTo>
                    <a:pt x="384263" y="128981"/>
                  </a:lnTo>
                  <a:lnTo>
                    <a:pt x="346494" y="154495"/>
                  </a:lnTo>
                  <a:lnTo>
                    <a:pt x="310248" y="182003"/>
                  </a:lnTo>
                  <a:lnTo>
                    <a:pt x="275590" y="211404"/>
                  </a:lnTo>
                  <a:lnTo>
                    <a:pt x="242608" y="242646"/>
                  </a:lnTo>
                  <a:lnTo>
                    <a:pt x="211378" y="275628"/>
                  </a:lnTo>
                  <a:lnTo>
                    <a:pt x="181978" y="310286"/>
                  </a:lnTo>
                  <a:lnTo>
                    <a:pt x="154470" y="346544"/>
                  </a:lnTo>
                  <a:lnTo>
                    <a:pt x="152920" y="348843"/>
                  </a:lnTo>
                  <a:lnTo>
                    <a:pt x="128879" y="343979"/>
                  </a:lnTo>
                  <a:lnTo>
                    <a:pt x="99237" y="349961"/>
                  </a:lnTo>
                  <a:lnTo>
                    <a:pt x="75031" y="366268"/>
                  </a:lnTo>
                  <a:lnTo>
                    <a:pt x="58724" y="390461"/>
                  </a:lnTo>
                  <a:lnTo>
                    <a:pt x="52743" y="420065"/>
                  </a:lnTo>
                  <a:lnTo>
                    <a:pt x="58724" y="449681"/>
                  </a:lnTo>
                  <a:lnTo>
                    <a:pt x="75031" y="473862"/>
                  </a:lnTo>
                  <a:lnTo>
                    <a:pt x="78625" y="476288"/>
                  </a:lnTo>
                  <a:lnTo>
                    <a:pt x="65100" y="505955"/>
                  </a:lnTo>
                  <a:lnTo>
                    <a:pt x="48298" y="549021"/>
                  </a:lnTo>
                  <a:lnTo>
                    <a:pt x="33858" y="593217"/>
                  </a:lnTo>
                  <a:lnTo>
                    <a:pt x="21882" y="638454"/>
                  </a:lnTo>
                  <a:lnTo>
                    <a:pt x="12420" y="684669"/>
                  </a:lnTo>
                  <a:lnTo>
                    <a:pt x="5575" y="731786"/>
                  </a:lnTo>
                  <a:lnTo>
                    <a:pt x="1409" y="779716"/>
                  </a:lnTo>
                  <a:lnTo>
                    <a:pt x="0" y="828382"/>
                  </a:lnTo>
                  <a:lnTo>
                    <a:pt x="1409" y="877062"/>
                  </a:lnTo>
                  <a:lnTo>
                    <a:pt x="5575" y="924991"/>
                  </a:lnTo>
                  <a:lnTo>
                    <a:pt x="12420" y="972096"/>
                  </a:lnTo>
                  <a:lnTo>
                    <a:pt x="21869" y="1018311"/>
                  </a:lnTo>
                  <a:lnTo>
                    <a:pt x="33845" y="1063548"/>
                  </a:lnTo>
                  <a:lnTo>
                    <a:pt x="48285" y="1107744"/>
                  </a:lnTo>
                  <a:lnTo>
                    <a:pt x="65087" y="1150810"/>
                  </a:lnTo>
                  <a:lnTo>
                    <a:pt x="84175" y="1192657"/>
                  </a:lnTo>
                  <a:lnTo>
                    <a:pt x="105498" y="1233233"/>
                  </a:lnTo>
                  <a:lnTo>
                    <a:pt x="128943" y="1272438"/>
                  </a:lnTo>
                  <a:lnTo>
                    <a:pt x="154457" y="1310208"/>
                  </a:lnTo>
                  <a:lnTo>
                    <a:pt x="181965" y="1346454"/>
                  </a:lnTo>
                  <a:lnTo>
                    <a:pt x="211366" y="1381112"/>
                  </a:lnTo>
                  <a:lnTo>
                    <a:pt x="242595" y="1414094"/>
                  </a:lnTo>
                  <a:lnTo>
                    <a:pt x="275577" y="1445336"/>
                  </a:lnTo>
                  <a:lnTo>
                    <a:pt x="310235" y="1474736"/>
                  </a:lnTo>
                  <a:lnTo>
                    <a:pt x="346494" y="1502232"/>
                  </a:lnTo>
                  <a:lnTo>
                    <a:pt x="384263" y="1527746"/>
                  </a:lnTo>
                  <a:lnTo>
                    <a:pt x="423468" y="1551203"/>
                  </a:lnTo>
                  <a:lnTo>
                    <a:pt x="464045" y="1572514"/>
                  </a:lnTo>
                  <a:lnTo>
                    <a:pt x="505904" y="1591614"/>
                  </a:lnTo>
                  <a:lnTo>
                    <a:pt x="548957" y="1608416"/>
                  </a:lnTo>
                  <a:lnTo>
                    <a:pt x="593153" y="1622856"/>
                  </a:lnTo>
                  <a:lnTo>
                    <a:pt x="638390" y="1634832"/>
                  </a:lnTo>
                  <a:lnTo>
                    <a:pt x="684606" y="1644294"/>
                  </a:lnTo>
                  <a:lnTo>
                    <a:pt x="731723" y="1651139"/>
                  </a:lnTo>
                  <a:lnTo>
                    <a:pt x="748169" y="1652574"/>
                  </a:lnTo>
                  <a:lnTo>
                    <a:pt x="908494" y="1652574"/>
                  </a:lnTo>
                  <a:lnTo>
                    <a:pt x="972045" y="1644294"/>
                  </a:lnTo>
                  <a:lnTo>
                    <a:pt x="1018260" y="1634832"/>
                  </a:lnTo>
                  <a:lnTo>
                    <a:pt x="1063498" y="1622856"/>
                  </a:lnTo>
                  <a:lnTo>
                    <a:pt x="1107694" y="1608416"/>
                  </a:lnTo>
                  <a:lnTo>
                    <a:pt x="1150747" y="1591614"/>
                  </a:lnTo>
                  <a:lnTo>
                    <a:pt x="1192606" y="1572514"/>
                  </a:lnTo>
                  <a:lnTo>
                    <a:pt x="1233182" y="1551203"/>
                  </a:lnTo>
                  <a:lnTo>
                    <a:pt x="1268628" y="1529994"/>
                  </a:lnTo>
                  <a:lnTo>
                    <a:pt x="1268628" y="126733"/>
                  </a:lnTo>
                  <a:close/>
                </a:path>
              </a:pathLst>
            </a:custGeom>
            <a:solidFill>
              <a:srgbClr val="AED5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072105" y="314224"/>
              <a:ext cx="152228" cy="15217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7343856" y="314235"/>
              <a:ext cx="695960" cy="152400"/>
            </a:xfrm>
            <a:custGeom>
              <a:avLst/>
              <a:gdLst/>
              <a:ahLst/>
              <a:cxnLst/>
              <a:rect l="l" t="t" r="r" b="b"/>
              <a:pathLst>
                <a:path w="695959" h="152400">
                  <a:moveTo>
                    <a:pt x="152234" y="76085"/>
                  </a:moveTo>
                  <a:lnTo>
                    <a:pt x="146253" y="46443"/>
                  </a:lnTo>
                  <a:lnTo>
                    <a:pt x="129933" y="22263"/>
                  </a:lnTo>
                  <a:lnTo>
                    <a:pt x="105752" y="5969"/>
                  </a:lnTo>
                  <a:lnTo>
                    <a:pt x="76149" y="0"/>
                  </a:lnTo>
                  <a:lnTo>
                    <a:pt x="46494" y="5969"/>
                  </a:lnTo>
                  <a:lnTo>
                    <a:pt x="22288" y="22263"/>
                  </a:lnTo>
                  <a:lnTo>
                    <a:pt x="5981" y="46443"/>
                  </a:lnTo>
                  <a:lnTo>
                    <a:pt x="0" y="76085"/>
                  </a:lnTo>
                  <a:lnTo>
                    <a:pt x="5981" y="105689"/>
                  </a:lnTo>
                  <a:lnTo>
                    <a:pt x="22288" y="129882"/>
                  </a:lnTo>
                  <a:lnTo>
                    <a:pt x="46494" y="146189"/>
                  </a:lnTo>
                  <a:lnTo>
                    <a:pt x="76149" y="152171"/>
                  </a:lnTo>
                  <a:lnTo>
                    <a:pt x="105752" y="146189"/>
                  </a:lnTo>
                  <a:lnTo>
                    <a:pt x="129933" y="129882"/>
                  </a:lnTo>
                  <a:lnTo>
                    <a:pt x="146253" y="105689"/>
                  </a:lnTo>
                  <a:lnTo>
                    <a:pt x="152234" y="76085"/>
                  </a:lnTo>
                  <a:close/>
                </a:path>
                <a:path w="695959" h="152400">
                  <a:moveTo>
                    <a:pt x="423989" y="76085"/>
                  </a:moveTo>
                  <a:lnTo>
                    <a:pt x="418007" y="46443"/>
                  </a:lnTo>
                  <a:lnTo>
                    <a:pt x="401701" y="22263"/>
                  </a:lnTo>
                  <a:lnTo>
                    <a:pt x="377507" y="5969"/>
                  </a:lnTo>
                  <a:lnTo>
                    <a:pt x="347903" y="0"/>
                  </a:lnTo>
                  <a:lnTo>
                    <a:pt x="318262" y="5969"/>
                  </a:lnTo>
                  <a:lnTo>
                    <a:pt x="294055" y="22263"/>
                  </a:lnTo>
                  <a:lnTo>
                    <a:pt x="277736" y="46443"/>
                  </a:lnTo>
                  <a:lnTo>
                    <a:pt x="271754" y="76085"/>
                  </a:lnTo>
                  <a:lnTo>
                    <a:pt x="277736" y="105689"/>
                  </a:lnTo>
                  <a:lnTo>
                    <a:pt x="294055" y="129882"/>
                  </a:lnTo>
                  <a:lnTo>
                    <a:pt x="318262" y="146189"/>
                  </a:lnTo>
                  <a:lnTo>
                    <a:pt x="347903" y="152171"/>
                  </a:lnTo>
                  <a:lnTo>
                    <a:pt x="377507" y="146189"/>
                  </a:lnTo>
                  <a:lnTo>
                    <a:pt x="401701" y="129882"/>
                  </a:lnTo>
                  <a:lnTo>
                    <a:pt x="418007" y="105689"/>
                  </a:lnTo>
                  <a:lnTo>
                    <a:pt x="423989" y="76085"/>
                  </a:lnTo>
                  <a:close/>
                </a:path>
                <a:path w="695959" h="152400">
                  <a:moveTo>
                    <a:pt x="695744" y="76085"/>
                  </a:moveTo>
                  <a:lnTo>
                    <a:pt x="689762" y="46443"/>
                  </a:lnTo>
                  <a:lnTo>
                    <a:pt x="673455" y="22263"/>
                  </a:lnTo>
                  <a:lnTo>
                    <a:pt x="649274" y="5969"/>
                  </a:lnTo>
                  <a:lnTo>
                    <a:pt x="619658" y="0"/>
                  </a:lnTo>
                  <a:lnTo>
                    <a:pt x="590016" y="5969"/>
                  </a:lnTo>
                  <a:lnTo>
                    <a:pt x="565810" y="22263"/>
                  </a:lnTo>
                  <a:lnTo>
                    <a:pt x="549490" y="46443"/>
                  </a:lnTo>
                  <a:lnTo>
                    <a:pt x="543509" y="76085"/>
                  </a:lnTo>
                  <a:lnTo>
                    <a:pt x="549490" y="105689"/>
                  </a:lnTo>
                  <a:lnTo>
                    <a:pt x="565810" y="129882"/>
                  </a:lnTo>
                  <a:lnTo>
                    <a:pt x="590016" y="146189"/>
                  </a:lnTo>
                  <a:lnTo>
                    <a:pt x="619658" y="152171"/>
                  </a:lnTo>
                  <a:lnTo>
                    <a:pt x="649274" y="146189"/>
                  </a:lnTo>
                  <a:lnTo>
                    <a:pt x="673455" y="129882"/>
                  </a:lnTo>
                  <a:lnTo>
                    <a:pt x="689762" y="105689"/>
                  </a:lnTo>
                  <a:lnTo>
                    <a:pt x="695744" y="76085"/>
                  </a:lnTo>
                  <a:close/>
                </a:path>
              </a:pathLst>
            </a:custGeom>
            <a:solidFill>
              <a:srgbClr val="AED5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7072102" y="314235"/>
              <a:ext cx="967740" cy="967740"/>
            </a:xfrm>
            <a:custGeom>
              <a:avLst/>
              <a:gdLst/>
              <a:ahLst/>
              <a:cxnLst/>
              <a:rect l="l" t="t" r="r" b="b"/>
              <a:pathLst>
                <a:path w="967740" h="967740">
                  <a:moveTo>
                    <a:pt x="152222" y="891362"/>
                  </a:moveTo>
                  <a:lnTo>
                    <a:pt x="146240" y="861745"/>
                  </a:lnTo>
                  <a:lnTo>
                    <a:pt x="129933" y="837565"/>
                  </a:lnTo>
                  <a:lnTo>
                    <a:pt x="105752" y="821258"/>
                  </a:lnTo>
                  <a:lnTo>
                    <a:pt x="76136" y="815276"/>
                  </a:lnTo>
                  <a:lnTo>
                    <a:pt x="46494" y="821258"/>
                  </a:lnTo>
                  <a:lnTo>
                    <a:pt x="22288" y="837565"/>
                  </a:lnTo>
                  <a:lnTo>
                    <a:pt x="5981" y="861745"/>
                  </a:lnTo>
                  <a:lnTo>
                    <a:pt x="0" y="891362"/>
                  </a:lnTo>
                  <a:lnTo>
                    <a:pt x="5981" y="920978"/>
                  </a:lnTo>
                  <a:lnTo>
                    <a:pt x="22288" y="945184"/>
                  </a:lnTo>
                  <a:lnTo>
                    <a:pt x="46494" y="961517"/>
                  </a:lnTo>
                  <a:lnTo>
                    <a:pt x="76136" y="967511"/>
                  </a:lnTo>
                  <a:lnTo>
                    <a:pt x="105752" y="961517"/>
                  </a:lnTo>
                  <a:lnTo>
                    <a:pt x="129933" y="945184"/>
                  </a:lnTo>
                  <a:lnTo>
                    <a:pt x="146240" y="920978"/>
                  </a:lnTo>
                  <a:lnTo>
                    <a:pt x="152222" y="891362"/>
                  </a:lnTo>
                  <a:close/>
                </a:path>
                <a:path w="967740" h="967740">
                  <a:moveTo>
                    <a:pt x="152222" y="619594"/>
                  </a:moveTo>
                  <a:lnTo>
                    <a:pt x="146240" y="589991"/>
                  </a:lnTo>
                  <a:lnTo>
                    <a:pt x="129933" y="565797"/>
                  </a:lnTo>
                  <a:lnTo>
                    <a:pt x="105752" y="549490"/>
                  </a:lnTo>
                  <a:lnTo>
                    <a:pt x="76136" y="543509"/>
                  </a:lnTo>
                  <a:lnTo>
                    <a:pt x="46494" y="549490"/>
                  </a:lnTo>
                  <a:lnTo>
                    <a:pt x="22288" y="565797"/>
                  </a:lnTo>
                  <a:lnTo>
                    <a:pt x="5981" y="589991"/>
                  </a:lnTo>
                  <a:lnTo>
                    <a:pt x="0" y="619594"/>
                  </a:lnTo>
                  <a:lnTo>
                    <a:pt x="5981" y="649211"/>
                  </a:lnTo>
                  <a:lnTo>
                    <a:pt x="22288" y="673392"/>
                  </a:lnTo>
                  <a:lnTo>
                    <a:pt x="46494" y="689711"/>
                  </a:lnTo>
                  <a:lnTo>
                    <a:pt x="76136" y="695693"/>
                  </a:lnTo>
                  <a:lnTo>
                    <a:pt x="105752" y="689711"/>
                  </a:lnTo>
                  <a:lnTo>
                    <a:pt x="129933" y="673392"/>
                  </a:lnTo>
                  <a:lnTo>
                    <a:pt x="146240" y="649211"/>
                  </a:lnTo>
                  <a:lnTo>
                    <a:pt x="152222" y="619594"/>
                  </a:lnTo>
                  <a:close/>
                </a:path>
                <a:path w="967740" h="967740">
                  <a:moveTo>
                    <a:pt x="152222" y="347840"/>
                  </a:moveTo>
                  <a:lnTo>
                    <a:pt x="148386" y="323913"/>
                  </a:lnTo>
                  <a:lnTo>
                    <a:pt x="137693" y="303110"/>
                  </a:lnTo>
                  <a:lnTo>
                    <a:pt x="121386" y="286664"/>
                  </a:lnTo>
                  <a:lnTo>
                    <a:pt x="100685" y="275805"/>
                  </a:lnTo>
                  <a:lnTo>
                    <a:pt x="79743" y="306603"/>
                  </a:lnTo>
                  <a:lnTo>
                    <a:pt x="60198" y="338353"/>
                  </a:lnTo>
                  <a:lnTo>
                    <a:pt x="42075" y="371017"/>
                  </a:lnTo>
                  <a:lnTo>
                    <a:pt x="25387" y="404558"/>
                  </a:lnTo>
                  <a:lnTo>
                    <a:pt x="36245" y="412661"/>
                  </a:lnTo>
                  <a:lnTo>
                    <a:pt x="48488" y="418757"/>
                  </a:lnTo>
                  <a:lnTo>
                    <a:pt x="61861" y="422592"/>
                  </a:lnTo>
                  <a:lnTo>
                    <a:pt x="76136" y="423926"/>
                  </a:lnTo>
                  <a:lnTo>
                    <a:pt x="105752" y="417944"/>
                  </a:lnTo>
                  <a:lnTo>
                    <a:pt x="129933" y="401637"/>
                  </a:lnTo>
                  <a:lnTo>
                    <a:pt x="146240" y="377456"/>
                  </a:lnTo>
                  <a:lnTo>
                    <a:pt x="152222" y="347840"/>
                  </a:lnTo>
                  <a:close/>
                </a:path>
                <a:path w="967740" h="967740">
                  <a:moveTo>
                    <a:pt x="423989" y="891362"/>
                  </a:moveTo>
                  <a:lnTo>
                    <a:pt x="418007" y="861745"/>
                  </a:lnTo>
                  <a:lnTo>
                    <a:pt x="401688" y="837565"/>
                  </a:lnTo>
                  <a:lnTo>
                    <a:pt x="377507" y="821258"/>
                  </a:lnTo>
                  <a:lnTo>
                    <a:pt x="347903" y="815276"/>
                  </a:lnTo>
                  <a:lnTo>
                    <a:pt x="318249" y="821258"/>
                  </a:lnTo>
                  <a:lnTo>
                    <a:pt x="294043" y="837565"/>
                  </a:lnTo>
                  <a:lnTo>
                    <a:pt x="277736" y="861745"/>
                  </a:lnTo>
                  <a:lnTo>
                    <a:pt x="271754" y="891362"/>
                  </a:lnTo>
                  <a:lnTo>
                    <a:pt x="277736" y="920978"/>
                  </a:lnTo>
                  <a:lnTo>
                    <a:pt x="294043" y="945184"/>
                  </a:lnTo>
                  <a:lnTo>
                    <a:pt x="318249" y="961517"/>
                  </a:lnTo>
                  <a:lnTo>
                    <a:pt x="347903" y="967511"/>
                  </a:lnTo>
                  <a:lnTo>
                    <a:pt x="377507" y="961517"/>
                  </a:lnTo>
                  <a:lnTo>
                    <a:pt x="401688" y="945184"/>
                  </a:lnTo>
                  <a:lnTo>
                    <a:pt x="418007" y="920978"/>
                  </a:lnTo>
                  <a:lnTo>
                    <a:pt x="423989" y="891362"/>
                  </a:lnTo>
                  <a:close/>
                </a:path>
                <a:path w="967740" h="967740">
                  <a:moveTo>
                    <a:pt x="423989" y="619594"/>
                  </a:moveTo>
                  <a:lnTo>
                    <a:pt x="418007" y="589991"/>
                  </a:lnTo>
                  <a:lnTo>
                    <a:pt x="401688" y="565797"/>
                  </a:lnTo>
                  <a:lnTo>
                    <a:pt x="377507" y="549490"/>
                  </a:lnTo>
                  <a:lnTo>
                    <a:pt x="347903" y="543509"/>
                  </a:lnTo>
                  <a:lnTo>
                    <a:pt x="318249" y="549490"/>
                  </a:lnTo>
                  <a:lnTo>
                    <a:pt x="294043" y="565797"/>
                  </a:lnTo>
                  <a:lnTo>
                    <a:pt x="277736" y="589991"/>
                  </a:lnTo>
                  <a:lnTo>
                    <a:pt x="271754" y="619594"/>
                  </a:lnTo>
                  <a:lnTo>
                    <a:pt x="277736" y="649211"/>
                  </a:lnTo>
                  <a:lnTo>
                    <a:pt x="294043" y="673392"/>
                  </a:lnTo>
                  <a:lnTo>
                    <a:pt x="318249" y="689711"/>
                  </a:lnTo>
                  <a:lnTo>
                    <a:pt x="347903" y="695693"/>
                  </a:lnTo>
                  <a:lnTo>
                    <a:pt x="377507" y="689711"/>
                  </a:lnTo>
                  <a:lnTo>
                    <a:pt x="401688" y="673392"/>
                  </a:lnTo>
                  <a:lnTo>
                    <a:pt x="418007" y="649211"/>
                  </a:lnTo>
                  <a:lnTo>
                    <a:pt x="423989" y="619594"/>
                  </a:lnTo>
                  <a:close/>
                </a:path>
                <a:path w="967740" h="967740">
                  <a:moveTo>
                    <a:pt x="423989" y="347840"/>
                  </a:moveTo>
                  <a:lnTo>
                    <a:pt x="418007" y="318236"/>
                  </a:lnTo>
                  <a:lnTo>
                    <a:pt x="401688" y="294043"/>
                  </a:lnTo>
                  <a:lnTo>
                    <a:pt x="377507" y="277736"/>
                  </a:lnTo>
                  <a:lnTo>
                    <a:pt x="347903" y="271754"/>
                  </a:lnTo>
                  <a:lnTo>
                    <a:pt x="318249" y="277736"/>
                  </a:lnTo>
                  <a:lnTo>
                    <a:pt x="294043" y="294043"/>
                  </a:lnTo>
                  <a:lnTo>
                    <a:pt x="277736" y="318236"/>
                  </a:lnTo>
                  <a:lnTo>
                    <a:pt x="271754" y="347840"/>
                  </a:lnTo>
                  <a:lnTo>
                    <a:pt x="277736" y="377456"/>
                  </a:lnTo>
                  <a:lnTo>
                    <a:pt x="294043" y="401637"/>
                  </a:lnTo>
                  <a:lnTo>
                    <a:pt x="318249" y="417944"/>
                  </a:lnTo>
                  <a:lnTo>
                    <a:pt x="347903" y="423926"/>
                  </a:lnTo>
                  <a:lnTo>
                    <a:pt x="377507" y="417944"/>
                  </a:lnTo>
                  <a:lnTo>
                    <a:pt x="401688" y="401637"/>
                  </a:lnTo>
                  <a:lnTo>
                    <a:pt x="418007" y="377456"/>
                  </a:lnTo>
                  <a:lnTo>
                    <a:pt x="423989" y="347840"/>
                  </a:lnTo>
                  <a:close/>
                </a:path>
                <a:path w="967740" h="967740">
                  <a:moveTo>
                    <a:pt x="423989" y="76085"/>
                  </a:moveTo>
                  <a:lnTo>
                    <a:pt x="422148" y="59436"/>
                  </a:lnTo>
                  <a:lnTo>
                    <a:pt x="416928" y="44069"/>
                  </a:lnTo>
                  <a:lnTo>
                    <a:pt x="408698" y="30353"/>
                  </a:lnTo>
                  <a:lnTo>
                    <a:pt x="397891" y="18707"/>
                  </a:lnTo>
                  <a:lnTo>
                    <a:pt x="365696" y="36156"/>
                  </a:lnTo>
                  <a:lnTo>
                    <a:pt x="334391" y="54978"/>
                  </a:lnTo>
                  <a:lnTo>
                    <a:pt x="303999" y="75107"/>
                  </a:lnTo>
                  <a:lnTo>
                    <a:pt x="274548" y="96520"/>
                  </a:lnTo>
                  <a:lnTo>
                    <a:pt x="284861" y="118757"/>
                  </a:lnTo>
                  <a:lnTo>
                    <a:pt x="301459" y="136385"/>
                  </a:lnTo>
                  <a:lnTo>
                    <a:pt x="322935" y="147993"/>
                  </a:lnTo>
                  <a:lnTo>
                    <a:pt x="347903" y="152171"/>
                  </a:lnTo>
                  <a:lnTo>
                    <a:pt x="377507" y="146189"/>
                  </a:lnTo>
                  <a:lnTo>
                    <a:pt x="401688" y="129882"/>
                  </a:lnTo>
                  <a:lnTo>
                    <a:pt x="418007" y="105689"/>
                  </a:lnTo>
                  <a:lnTo>
                    <a:pt x="423989" y="76085"/>
                  </a:lnTo>
                  <a:close/>
                </a:path>
                <a:path w="967740" h="967740">
                  <a:moveTo>
                    <a:pt x="695744" y="891362"/>
                  </a:moveTo>
                  <a:lnTo>
                    <a:pt x="689762" y="861745"/>
                  </a:lnTo>
                  <a:lnTo>
                    <a:pt x="673455" y="837565"/>
                  </a:lnTo>
                  <a:lnTo>
                    <a:pt x="649262" y="821258"/>
                  </a:lnTo>
                  <a:lnTo>
                    <a:pt x="619658" y="815276"/>
                  </a:lnTo>
                  <a:lnTo>
                    <a:pt x="590016" y="821258"/>
                  </a:lnTo>
                  <a:lnTo>
                    <a:pt x="565810" y="837565"/>
                  </a:lnTo>
                  <a:lnTo>
                    <a:pt x="549490" y="861745"/>
                  </a:lnTo>
                  <a:lnTo>
                    <a:pt x="543509" y="891362"/>
                  </a:lnTo>
                  <a:lnTo>
                    <a:pt x="549490" y="920978"/>
                  </a:lnTo>
                  <a:lnTo>
                    <a:pt x="565810" y="945184"/>
                  </a:lnTo>
                  <a:lnTo>
                    <a:pt x="590016" y="961517"/>
                  </a:lnTo>
                  <a:lnTo>
                    <a:pt x="619658" y="967511"/>
                  </a:lnTo>
                  <a:lnTo>
                    <a:pt x="649262" y="961517"/>
                  </a:lnTo>
                  <a:lnTo>
                    <a:pt x="673455" y="945184"/>
                  </a:lnTo>
                  <a:lnTo>
                    <a:pt x="689762" y="920978"/>
                  </a:lnTo>
                  <a:lnTo>
                    <a:pt x="695744" y="891362"/>
                  </a:lnTo>
                  <a:close/>
                </a:path>
                <a:path w="967740" h="967740">
                  <a:moveTo>
                    <a:pt x="695744" y="619594"/>
                  </a:moveTo>
                  <a:lnTo>
                    <a:pt x="689762" y="589991"/>
                  </a:lnTo>
                  <a:lnTo>
                    <a:pt x="673455" y="565797"/>
                  </a:lnTo>
                  <a:lnTo>
                    <a:pt x="649262" y="549490"/>
                  </a:lnTo>
                  <a:lnTo>
                    <a:pt x="619658" y="543509"/>
                  </a:lnTo>
                  <a:lnTo>
                    <a:pt x="590016" y="549490"/>
                  </a:lnTo>
                  <a:lnTo>
                    <a:pt x="565810" y="565797"/>
                  </a:lnTo>
                  <a:lnTo>
                    <a:pt x="549490" y="589991"/>
                  </a:lnTo>
                  <a:lnTo>
                    <a:pt x="543509" y="619594"/>
                  </a:lnTo>
                  <a:lnTo>
                    <a:pt x="549490" y="649211"/>
                  </a:lnTo>
                  <a:lnTo>
                    <a:pt x="565810" y="673392"/>
                  </a:lnTo>
                  <a:lnTo>
                    <a:pt x="590016" y="689711"/>
                  </a:lnTo>
                  <a:lnTo>
                    <a:pt x="619658" y="695693"/>
                  </a:lnTo>
                  <a:lnTo>
                    <a:pt x="649262" y="689711"/>
                  </a:lnTo>
                  <a:lnTo>
                    <a:pt x="673455" y="673392"/>
                  </a:lnTo>
                  <a:lnTo>
                    <a:pt x="689762" y="649211"/>
                  </a:lnTo>
                  <a:lnTo>
                    <a:pt x="695744" y="619594"/>
                  </a:lnTo>
                  <a:close/>
                </a:path>
                <a:path w="967740" h="967740">
                  <a:moveTo>
                    <a:pt x="695744" y="347840"/>
                  </a:moveTo>
                  <a:lnTo>
                    <a:pt x="689762" y="318236"/>
                  </a:lnTo>
                  <a:lnTo>
                    <a:pt x="673455" y="294043"/>
                  </a:lnTo>
                  <a:lnTo>
                    <a:pt x="649262" y="277736"/>
                  </a:lnTo>
                  <a:lnTo>
                    <a:pt x="619658" y="271754"/>
                  </a:lnTo>
                  <a:lnTo>
                    <a:pt x="590016" y="277736"/>
                  </a:lnTo>
                  <a:lnTo>
                    <a:pt x="565810" y="294043"/>
                  </a:lnTo>
                  <a:lnTo>
                    <a:pt x="549490" y="318236"/>
                  </a:lnTo>
                  <a:lnTo>
                    <a:pt x="543509" y="347840"/>
                  </a:lnTo>
                  <a:lnTo>
                    <a:pt x="549490" y="377456"/>
                  </a:lnTo>
                  <a:lnTo>
                    <a:pt x="565810" y="401637"/>
                  </a:lnTo>
                  <a:lnTo>
                    <a:pt x="590016" y="417944"/>
                  </a:lnTo>
                  <a:lnTo>
                    <a:pt x="619658" y="423926"/>
                  </a:lnTo>
                  <a:lnTo>
                    <a:pt x="649262" y="417944"/>
                  </a:lnTo>
                  <a:lnTo>
                    <a:pt x="673455" y="401637"/>
                  </a:lnTo>
                  <a:lnTo>
                    <a:pt x="689762" y="377456"/>
                  </a:lnTo>
                  <a:lnTo>
                    <a:pt x="695744" y="347840"/>
                  </a:lnTo>
                  <a:close/>
                </a:path>
                <a:path w="967740" h="967740">
                  <a:moveTo>
                    <a:pt x="695744" y="76085"/>
                  </a:moveTo>
                  <a:lnTo>
                    <a:pt x="689762" y="46443"/>
                  </a:lnTo>
                  <a:lnTo>
                    <a:pt x="673455" y="22263"/>
                  </a:lnTo>
                  <a:lnTo>
                    <a:pt x="649262" y="5969"/>
                  </a:lnTo>
                  <a:lnTo>
                    <a:pt x="619658" y="0"/>
                  </a:lnTo>
                  <a:lnTo>
                    <a:pt x="590016" y="5969"/>
                  </a:lnTo>
                  <a:lnTo>
                    <a:pt x="565810" y="22263"/>
                  </a:lnTo>
                  <a:lnTo>
                    <a:pt x="549490" y="46443"/>
                  </a:lnTo>
                  <a:lnTo>
                    <a:pt x="543509" y="76085"/>
                  </a:lnTo>
                  <a:lnTo>
                    <a:pt x="549490" y="105689"/>
                  </a:lnTo>
                  <a:lnTo>
                    <a:pt x="565810" y="129882"/>
                  </a:lnTo>
                  <a:lnTo>
                    <a:pt x="590016" y="146189"/>
                  </a:lnTo>
                  <a:lnTo>
                    <a:pt x="619658" y="152171"/>
                  </a:lnTo>
                  <a:lnTo>
                    <a:pt x="649262" y="146189"/>
                  </a:lnTo>
                  <a:lnTo>
                    <a:pt x="673455" y="129882"/>
                  </a:lnTo>
                  <a:lnTo>
                    <a:pt x="689762" y="105689"/>
                  </a:lnTo>
                  <a:lnTo>
                    <a:pt x="695744" y="76085"/>
                  </a:lnTo>
                  <a:close/>
                </a:path>
                <a:path w="967740" h="967740">
                  <a:moveTo>
                    <a:pt x="967498" y="891362"/>
                  </a:moveTo>
                  <a:lnTo>
                    <a:pt x="961517" y="861745"/>
                  </a:lnTo>
                  <a:lnTo>
                    <a:pt x="945210" y="837565"/>
                  </a:lnTo>
                  <a:lnTo>
                    <a:pt x="921029" y="821258"/>
                  </a:lnTo>
                  <a:lnTo>
                    <a:pt x="891413" y="815276"/>
                  </a:lnTo>
                  <a:lnTo>
                    <a:pt x="861771" y="821258"/>
                  </a:lnTo>
                  <a:lnTo>
                    <a:pt x="837565" y="837565"/>
                  </a:lnTo>
                  <a:lnTo>
                    <a:pt x="821245" y="861745"/>
                  </a:lnTo>
                  <a:lnTo>
                    <a:pt x="815263" y="891362"/>
                  </a:lnTo>
                  <a:lnTo>
                    <a:pt x="821245" y="920978"/>
                  </a:lnTo>
                  <a:lnTo>
                    <a:pt x="837565" y="945184"/>
                  </a:lnTo>
                  <a:lnTo>
                    <a:pt x="861771" y="961517"/>
                  </a:lnTo>
                  <a:lnTo>
                    <a:pt x="891413" y="967511"/>
                  </a:lnTo>
                  <a:lnTo>
                    <a:pt x="921029" y="961517"/>
                  </a:lnTo>
                  <a:lnTo>
                    <a:pt x="945210" y="945184"/>
                  </a:lnTo>
                  <a:lnTo>
                    <a:pt x="961517" y="920978"/>
                  </a:lnTo>
                  <a:lnTo>
                    <a:pt x="967498" y="891362"/>
                  </a:lnTo>
                  <a:close/>
                </a:path>
                <a:path w="967740" h="967740">
                  <a:moveTo>
                    <a:pt x="967498" y="619594"/>
                  </a:moveTo>
                  <a:lnTo>
                    <a:pt x="961517" y="589991"/>
                  </a:lnTo>
                  <a:lnTo>
                    <a:pt x="945210" y="565797"/>
                  </a:lnTo>
                  <a:lnTo>
                    <a:pt x="921029" y="549490"/>
                  </a:lnTo>
                  <a:lnTo>
                    <a:pt x="891413" y="543509"/>
                  </a:lnTo>
                  <a:lnTo>
                    <a:pt x="861771" y="549490"/>
                  </a:lnTo>
                  <a:lnTo>
                    <a:pt x="837565" y="565797"/>
                  </a:lnTo>
                  <a:lnTo>
                    <a:pt x="821245" y="589991"/>
                  </a:lnTo>
                  <a:lnTo>
                    <a:pt x="815263" y="619594"/>
                  </a:lnTo>
                  <a:lnTo>
                    <a:pt x="821245" y="649211"/>
                  </a:lnTo>
                  <a:lnTo>
                    <a:pt x="837565" y="673392"/>
                  </a:lnTo>
                  <a:lnTo>
                    <a:pt x="861771" y="689711"/>
                  </a:lnTo>
                  <a:lnTo>
                    <a:pt x="891413" y="695693"/>
                  </a:lnTo>
                  <a:lnTo>
                    <a:pt x="921029" y="689711"/>
                  </a:lnTo>
                  <a:lnTo>
                    <a:pt x="945210" y="673392"/>
                  </a:lnTo>
                  <a:lnTo>
                    <a:pt x="961517" y="649211"/>
                  </a:lnTo>
                  <a:lnTo>
                    <a:pt x="967498" y="619594"/>
                  </a:lnTo>
                  <a:close/>
                </a:path>
                <a:path w="967740" h="967740">
                  <a:moveTo>
                    <a:pt x="967498" y="347840"/>
                  </a:moveTo>
                  <a:lnTo>
                    <a:pt x="961517" y="318236"/>
                  </a:lnTo>
                  <a:lnTo>
                    <a:pt x="945210" y="294043"/>
                  </a:lnTo>
                  <a:lnTo>
                    <a:pt x="921029" y="277736"/>
                  </a:lnTo>
                  <a:lnTo>
                    <a:pt x="891413" y="271754"/>
                  </a:lnTo>
                  <a:lnTo>
                    <a:pt x="861771" y="277736"/>
                  </a:lnTo>
                  <a:lnTo>
                    <a:pt x="837565" y="294043"/>
                  </a:lnTo>
                  <a:lnTo>
                    <a:pt x="821245" y="318236"/>
                  </a:lnTo>
                  <a:lnTo>
                    <a:pt x="815263" y="347840"/>
                  </a:lnTo>
                  <a:lnTo>
                    <a:pt x="821245" y="377456"/>
                  </a:lnTo>
                  <a:lnTo>
                    <a:pt x="837565" y="401637"/>
                  </a:lnTo>
                  <a:lnTo>
                    <a:pt x="861771" y="417944"/>
                  </a:lnTo>
                  <a:lnTo>
                    <a:pt x="891413" y="423926"/>
                  </a:lnTo>
                  <a:lnTo>
                    <a:pt x="921029" y="417944"/>
                  </a:lnTo>
                  <a:lnTo>
                    <a:pt x="945210" y="401637"/>
                  </a:lnTo>
                  <a:lnTo>
                    <a:pt x="961517" y="377456"/>
                  </a:lnTo>
                  <a:lnTo>
                    <a:pt x="967498" y="347840"/>
                  </a:lnTo>
                  <a:close/>
                </a:path>
                <a:path w="967740" h="967740">
                  <a:moveTo>
                    <a:pt x="967498" y="76085"/>
                  </a:moveTo>
                  <a:lnTo>
                    <a:pt x="961517" y="46443"/>
                  </a:lnTo>
                  <a:lnTo>
                    <a:pt x="945210" y="22263"/>
                  </a:lnTo>
                  <a:lnTo>
                    <a:pt x="921029" y="5969"/>
                  </a:lnTo>
                  <a:lnTo>
                    <a:pt x="891413" y="0"/>
                  </a:lnTo>
                  <a:lnTo>
                    <a:pt x="861771" y="5969"/>
                  </a:lnTo>
                  <a:lnTo>
                    <a:pt x="837565" y="22263"/>
                  </a:lnTo>
                  <a:lnTo>
                    <a:pt x="821245" y="46443"/>
                  </a:lnTo>
                  <a:lnTo>
                    <a:pt x="815263" y="76085"/>
                  </a:lnTo>
                  <a:lnTo>
                    <a:pt x="821245" y="105689"/>
                  </a:lnTo>
                  <a:lnTo>
                    <a:pt x="837565" y="129882"/>
                  </a:lnTo>
                  <a:lnTo>
                    <a:pt x="861771" y="146189"/>
                  </a:lnTo>
                  <a:lnTo>
                    <a:pt x="891413" y="152171"/>
                  </a:lnTo>
                  <a:lnTo>
                    <a:pt x="921029" y="146189"/>
                  </a:lnTo>
                  <a:lnTo>
                    <a:pt x="945210" y="129882"/>
                  </a:lnTo>
                  <a:lnTo>
                    <a:pt x="961517" y="105689"/>
                  </a:lnTo>
                  <a:lnTo>
                    <a:pt x="967498" y="76085"/>
                  </a:lnTo>
                  <a:close/>
                </a:path>
              </a:pathLst>
            </a:custGeom>
            <a:solidFill>
              <a:srgbClr val="679E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0" y="8609715"/>
            <a:ext cx="1604010" cy="1677670"/>
            <a:chOff x="0" y="8609715"/>
            <a:chExt cx="1604010" cy="1677670"/>
          </a:xfrm>
        </p:grpSpPr>
        <p:sp>
          <p:nvSpPr>
            <p:cNvPr id="42" name="object 42"/>
            <p:cNvSpPr/>
            <p:nvPr/>
          </p:nvSpPr>
          <p:spPr>
            <a:xfrm>
              <a:off x="0" y="8609723"/>
              <a:ext cx="1125855" cy="1677670"/>
            </a:xfrm>
            <a:custGeom>
              <a:avLst/>
              <a:gdLst/>
              <a:ahLst/>
              <a:cxnLst/>
              <a:rect l="l" t="t" r="r" b="b"/>
              <a:pathLst>
                <a:path w="1125855" h="1677670">
                  <a:moveTo>
                    <a:pt x="1125486" y="0"/>
                  </a:moveTo>
                  <a:lnTo>
                    <a:pt x="0" y="0"/>
                  </a:lnTo>
                  <a:lnTo>
                    <a:pt x="0" y="34201"/>
                  </a:lnTo>
                  <a:lnTo>
                    <a:pt x="0" y="68580"/>
                  </a:lnTo>
                  <a:lnTo>
                    <a:pt x="0" y="1677289"/>
                  </a:lnTo>
                  <a:lnTo>
                    <a:pt x="1057084" y="1677289"/>
                  </a:lnTo>
                  <a:lnTo>
                    <a:pt x="1057084" y="1677670"/>
                  </a:lnTo>
                  <a:lnTo>
                    <a:pt x="1125486" y="1677670"/>
                  </a:lnTo>
                  <a:lnTo>
                    <a:pt x="1125486" y="68580"/>
                  </a:lnTo>
                  <a:lnTo>
                    <a:pt x="1125486" y="0"/>
                  </a:lnTo>
                  <a:close/>
                </a:path>
              </a:pathLst>
            </a:custGeom>
            <a:solidFill>
              <a:srgbClr val="AED5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0" y="8967685"/>
              <a:ext cx="1604010" cy="1261745"/>
            </a:xfrm>
            <a:custGeom>
              <a:avLst/>
              <a:gdLst/>
              <a:ahLst/>
              <a:cxnLst/>
              <a:rect l="l" t="t" r="r" b="b"/>
              <a:pathLst>
                <a:path w="1604010" h="1261745">
                  <a:moveTo>
                    <a:pt x="1603540" y="1090625"/>
                  </a:moveTo>
                  <a:lnTo>
                    <a:pt x="1600860" y="1077264"/>
                  </a:lnTo>
                  <a:lnTo>
                    <a:pt x="1593557" y="1066393"/>
                  </a:lnTo>
                  <a:lnTo>
                    <a:pt x="1582699" y="1059091"/>
                  </a:lnTo>
                  <a:lnTo>
                    <a:pt x="1569339" y="1056424"/>
                  </a:lnTo>
                  <a:lnTo>
                    <a:pt x="1519415" y="1063980"/>
                  </a:lnTo>
                  <a:lnTo>
                    <a:pt x="1480604" y="1083310"/>
                  </a:lnTo>
                  <a:lnTo>
                    <a:pt x="1450060" y="1109319"/>
                  </a:lnTo>
                  <a:lnTo>
                    <a:pt x="1403172" y="1160843"/>
                  </a:lnTo>
                  <a:lnTo>
                    <a:pt x="1382560" y="1178496"/>
                  </a:lnTo>
                  <a:lnTo>
                    <a:pt x="1359954" y="1189456"/>
                  </a:lnTo>
                  <a:lnTo>
                    <a:pt x="1332204" y="1193228"/>
                  </a:lnTo>
                  <a:lnTo>
                    <a:pt x="1304467" y="1189570"/>
                  </a:lnTo>
                  <a:lnTo>
                    <a:pt x="1281861" y="1178788"/>
                  </a:lnTo>
                  <a:lnTo>
                    <a:pt x="1261249" y="1161161"/>
                  </a:lnTo>
                  <a:lnTo>
                    <a:pt x="1239494" y="1136980"/>
                  </a:lnTo>
                  <a:lnTo>
                    <a:pt x="1214361" y="1109319"/>
                  </a:lnTo>
                  <a:lnTo>
                    <a:pt x="1183817" y="1083310"/>
                  </a:lnTo>
                  <a:lnTo>
                    <a:pt x="1145006" y="1063980"/>
                  </a:lnTo>
                  <a:lnTo>
                    <a:pt x="1095082" y="1056424"/>
                  </a:lnTo>
                  <a:lnTo>
                    <a:pt x="1045159" y="1063980"/>
                  </a:lnTo>
                  <a:lnTo>
                    <a:pt x="1006360" y="1083310"/>
                  </a:lnTo>
                  <a:lnTo>
                    <a:pt x="975817" y="1109319"/>
                  </a:lnTo>
                  <a:lnTo>
                    <a:pt x="928928" y="1160843"/>
                  </a:lnTo>
                  <a:lnTo>
                    <a:pt x="908316" y="1178496"/>
                  </a:lnTo>
                  <a:lnTo>
                    <a:pt x="885698" y="1189456"/>
                  </a:lnTo>
                  <a:lnTo>
                    <a:pt x="857961" y="1193228"/>
                  </a:lnTo>
                  <a:lnTo>
                    <a:pt x="830224" y="1189570"/>
                  </a:lnTo>
                  <a:lnTo>
                    <a:pt x="807605" y="1178788"/>
                  </a:lnTo>
                  <a:lnTo>
                    <a:pt x="786993" y="1161161"/>
                  </a:lnTo>
                  <a:lnTo>
                    <a:pt x="765238" y="1136980"/>
                  </a:lnTo>
                  <a:lnTo>
                    <a:pt x="740117" y="1109319"/>
                  </a:lnTo>
                  <a:lnTo>
                    <a:pt x="709574" y="1083310"/>
                  </a:lnTo>
                  <a:lnTo>
                    <a:pt x="670763" y="1063980"/>
                  </a:lnTo>
                  <a:lnTo>
                    <a:pt x="620839" y="1056424"/>
                  </a:lnTo>
                  <a:lnTo>
                    <a:pt x="570915" y="1063980"/>
                  </a:lnTo>
                  <a:lnTo>
                    <a:pt x="532104" y="1083310"/>
                  </a:lnTo>
                  <a:lnTo>
                    <a:pt x="501561" y="1109319"/>
                  </a:lnTo>
                  <a:lnTo>
                    <a:pt x="454685" y="1160843"/>
                  </a:lnTo>
                  <a:lnTo>
                    <a:pt x="434060" y="1178496"/>
                  </a:lnTo>
                  <a:lnTo>
                    <a:pt x="411454" y="1189456"/>
                  </a:lnTo>
                  <a:lnTo>
                    <a:pt x="383717" y="1193228"/>
                  </a:lnTo>
                  <a:lnTo>
                    <a:pt x="355968" y="1189570"/>
                  </a:lnTo>
                  <a:lnTo>
                    <a:pt x="333362" y="1178788"/>
                  </a:lnTo>
                  <a:lnTo>
                    <a:pt x="312750" y="1161161"/>
                  </a:lnTo>
                  <a:lnTo>
                    <a:pt x="290995" y="1136980"/>
                  </a:lnTo>
                  <a:lnTo>
                    <a:pt x="265861" y="1109319"/>
                  </a:lnTo>
                  <a:lnTo>
                    <a:pt x="235318" y="1083310"/>
                  </a:lnTo>
                  <a:lnTo>
                    <a:pt x="196507" y="1063980"/>
                  </a:lnTo>
                  <a:lnTo>
                    <a:pt x="146583" y="1056424"/>
                  </a:lnTo>
                  <a:lnTo>
                    <a:pt x="96672" y="1063980"/>
                  </a:lnTo>
                  <a:lnTo>
                    <a:pt x="57861" y="1083310"/>
                  </a:lnTo>
                  <a:lnTo>
                    <a:pt x="27317" y="1109319"/>
                  </a:lnTo>
                  <a:lnTo>
                    <a:pt x="0" y="1139393"/>
                  </a:lnTo>
                  <a:lnTo>
                    <a:pt x="0" y="1233208"/>
                  </a:lnTo>
                  <a:lnTo>
                    <a:pt x="28740" y="1208722"/>
                  </a:lnTo>
                  <a:lnTo>
                    <a:pt x="75628" y="1157211"/>
                  </a:lnTo>
                  <a:lnTo>
                    <a:pt x="96240" y="1139545"/>
                  </a:lnTo>
                  <a:lnTo>
                    <a:pt x="118846" y="1128585"/>
                  </a:lnTo>
                  <a:lnTo>
                    <a:pt x="146583" y="1124826"/>
                  </a:lnTo>
                  <a:lnTo>
                    <a:pt x="174332" y="1128483"/>
                  </a:lnTo>
                  <a:lnTo>
                    <a:pt x="196938" y="1139266"/>
                  </a:lnTo>
                  <a:lnTo>
                    <a:pt x="217551" y="1156881"/>
                  </a:lnTo>
                  <a:lnTo>
                    <a:pt x="239306" y="1181061"/>
                  </a:lnTo>
                  <a:lnTo>
                    <a:pt x="264439" y="1208722"/>
                  </a:lnTo>
                  <a:lnTo>
                    <a:pt x="294982" y="1234744"/>
                  </a:lnTo>
                  <a:lnTo>
                    <a:pt x="333794" y="1254061"/>
                  </a:lnTo>
                  <a:lnTo>
                    <a:pt x="383717" y="1261630"/>
                  </a:lnTo>
                  <a:lnTo>
                    <a:pt x="433641" y="1254061"/>
                  </a:lnTo>
                  <a:lnTo>
                    <a:pt x="472440" y="1234744"/>
                  </a:lnTo>
                  <a:lnTo>
                    <a:pt x="502983" y="1208722"/>
                  </a:lnTo>
                  <a:lnTo>
                    <a:pt x="549871" y="1157211"/>
                  </a:lnTo>
                  <a:lnTo>
                    <a:pt x="570484" y="1139545"/>
                  </a:lnTo>
                  <a:lnTo>
                    <a:pt x="593102" y="1128585"/>
                  </a:lnTo>
                  <a:lnTo>
                    <a:pt x="620839" y="1124826"/>
                  </a:lnTo>
                  <a:lnTo>
                    <a:pt x="648576" y="1128483"/>
                  </a:lnTo>
                  <a:lnTo>
                    <a:pt x="671195" y="1139266"/>
                  </a:lnTo>
                  <a:lnTo>
                    <a:pt x="691807" y="1156881"/>
                  </a:lnTo>
                  <a:lnTo>
                    <a:pt x="713562" y="1181061"/>
                  </a:lnTo>
                  <a:lnTo>
                    <a:pt x="738682" y="1208722"/>
                  </a:lnTo>
                  <a:lnTo>
                    <a:pt x="769226" y="1234744"/>
                  </a:lnTo>
                  <a:lnTo>
                    <a:pt x="808037" y="1254061"/>
                  </a:lnTo>
                  <a:lnTo>
                    <a:pt x="857961" y="1261630"/>
                  </a:lnTo>
                  <a:lnTo>
                    <a:pt x="907884" y="1254061"/>
                  </a:lnTo>
                  <a:lnTo>
                    <a:pt x="946696" y="1234744"/>
                  </a:lnTo>
                  <a:lnTo>
                    <a:pt x="977239" y="1208722"/>
                  </a:lnTo>
                  <a:lnTo>
                    <a:pt x="1024115" y="1157211"/>
                  </a:lnTo>
                  <a:lnTo>
                    <a:pt x="1044740" y="1139545"/>
                  </a:lnTo>
                  <a:lnTo>
                    <a:pt x="1067346" y="1128585"/>
                  </a:lnTo>
                  <a:lnTo>
                    <a:pt x="1095082" y="1124826"/>
                  </a:lnTo>
                  <a:lnTo>
                    <a:pt x="1122832" y="1128483"/>
                  </a:lnTo>
                  <a:lnTo>
                    <a:pt x="1145438" y="1139266"/>
                  </a:lnTo>
                  <a:lnTo>
                    <a:pt x="1166050" y="1156881"/>
                  </a:lnTo>
                  <a:lnTo>
                    <a:pt x="1187805" y="1181061"/>
                  </a:lnTo>
                  <a:lnTo>
                    <a:pt x="1212938" y="1208722"/>
                  </a:lnTo>
                  <a:lnTo>
                    <a:pt x="1243482" y="1234744"/>
                  </a:lnTo>
                  <a:lnTo>
                    <a:pt x="1282280" y="1254061"/>
                  </a:lnTo>
                  <a:lnTo>
                    <a:pt x="1332204" y="1261630"/>
                  </a:lnTo>
                  <a:lnTo>
                    <a:pt x="1382128" y="1254061"/>
                  </a:lnTo>
                  <a:lnTo>
                    <a:pt x="1420939" y="1234744"/>
                  </a:lnTo>
                  <a:lnTo>
                    <a:pt x="1451483" y="1208722"/>
                  </a:lnTo>
                  <a:lnTo>
                    <a:pt x="1498371" y="1157211"/>
                  </a:lnTo>
                  <a:lnTo>
                    <a:pt x="1518983" y="1139545"/>
                  </a:lnTo>
                  <a:lnTo>
                    <a:pt x="1541589" y="1128585"/>
                  </a:lnTo>
                  <a:lnTo>
                    <a:pt x="1569339" y="1124826"/>
                  </a:lnTo>
                  <a:lnTo>
                    <a:pt x="1582699" y="1122146"/>
                  </a:lnTo>
                  <a:lnTo>
                    <a:pt x="1593557" y="1114844"/>
                  </a:lnTo>
                  <a:lnTo>
                    <a:pt x="1600860" y="1103985"/>
                  </a:lnTo>
                  <a:lnTo>
                    <a:pt x="1603540" y="1090625"/>
                  </a:lnTo>
                  <a:close/>
                </a:path>
                <a:path w="1604010" h="1261745">
                  <a:moveTo>
                    <a:pt x="1603540" y="817016"/>
                  </a:moveTo>
                  <a:lnTo>
                    <a:pt x="1600860" y="803656"/>
                  </a:lnTo>
                  <a:lnTo>
                    <a:pt x="1593557" y="792797"/>
                  </a:lnTo>
                  <a:lnTo>
                    <a:pt x="1582699" y="785482"/>
                  </a:lnTo>
                  <a:lnTo>
                    <a:pt x="1569339" y="782815"/>
                  </a:lnTo>
                  <a:lnTo>
                    <a:pt x="1519415" y="790384"/>
                  </a:lnTo>
                  <a:lnTo>
                    <a:pt x="1480604" y="809701"/>
                  </a:lnTo>
                  <a:lnTo>
                    <a:pt x="1450060" y="835723"/>
                  </a:lnTo>
                  <a:lnTo>
                    <a:pt x="1403172" y="887234"/>
                  </a:lnTo>
                  <a:lnTo>
                    <a:pt x="1382560" y="904887"/>
                  </a:lnTo>
                  <a:lnTo>
                    <a:pt x="1359954" y="915860"/>
                  </a:lnTo>
                  <a:lnTo>
                    <a:pt x="1332204" y="919619"/>
                  </a:lnTo>
                  <a:lnTo>
                    <a:pt x="1304467" y="915962"/>
                  </a:lnTo>
                  <a:lnTo>
                    <a:pt x="1281861" y="905179"/>
                  </a:lnTo>
                  <a:lnTo>
                    <a:pt x="1261249" y="887552"/>
                  </a:lnTo>
                  <a:lnTo>
                    <a:pt x="1239494" y="863384"/>
                  </a:lnTo>
                  <a:lnTo>
                    <a:pt x="1214361" y="835723"/>
                  </a:lnTo>
                  <a:lnTo>
                    <a:pt x="1183817" y="809701"/>
                  </a:lnTo>
                  <a:lnTo>
                    <a:pt x="1145006" y="790384"/>
                  </a:lnTo>
                  <a:lnTo>
                    <a:pt x="1095082" y="782815"/>
                  </a:lnTo>
                  <a:lnTo>
                    <a:pt x="1045159" y="790384"/>
                  </a:lnTo>
                  <a:lnTo>
                    <a:pt x="1006360" y="809701"/>
                  </a:lnTo>
                  <a:lnTo>
                    <a:pt x="975817" y="835723"/>
                  </a:lnTo>
                  <a:lnTo>
                    <a:pt x="928928" y="887234"/>
                  </a:lnTo>
                  <a:lnTo>
                    <a:pt x="908316" y="904887"/>
                  </a:lnTo>
                  <a:lnTo>
                    <a:pt x="885698" y="915860"/>
                  </a:lnTo>
                  <a:lnTo>
                    <a:pt x="857961" y="919619"/>
                  </a:lnTo>
                  <a:lnTo>
                    <a:pt x="830224" y="915962"/>
                  </a:lnTo>
                  <a:lnTo>
                    <a:pt x="807605" y="905179"/>
                  </a:lnTo>
                  <a:lnTo>
                    <a:pt x="786993" y="887552"/>
                  </a:lnTo>
                  <a:lnTo>
                    <a:pt x="765238" y="863384"/>
                  </a:lnTo>
                  <a:lnTo>
                    <a:pt x="740117" y="835723"/>
                  </a:lnTo>
                  <a:lnTo>
                    <a:pt x="709574" y="809701"/>
                  </a:lnTo>
                  <a:lnTo>
                    <a:pt x="670763" y="790384"/>
                  </a:lnTo>
                  <a:lnTo>
                    <a:pt x="620839" y="782815"/>
                  </a:lnTo>
                  <a:lnTo>
                    <a:pt x="570915" y="790384"/>
                  </a:lnTo>
                  <a:lnTo>
                    <a:pt x="532104" y="809701"/>
                  </a:lnTo>
                  <a:lnTo>
                    <a:pt x="501561" y="835723"/>
                  </a:lnTo>
                  <a:lnTo>
                    <a:pt x="454685" y="887234"/>
                  </a:lnTo>
                  <a:lnTo>
                    <a:pt x="434060" y="904887"/>
                  </a:lnTo>
                  <a:lnTo>
                    <a:pt x="411454" y="915860"/>
                  </a:lnTo>
                  <a:lnTo>
                    <a:pt x="383717" y="919619"/>
                  </a:lnTo>
                  <a:lnTo>
                    <a:pt x="355968" y="915962"/>
                  </a:lnTo>
                  <a:lnTo>
                    <a:pt x="333362" y="905179"/>
                  </a:lnTo>
                  <a:lnTo>
                    <a:pt x="312750" y="887552"/>
                  </a:lnTo>
                  <a:lnTo>
                    <a:pt x="290995" y="863384"/>
                  </a:lnTo>
                  <a:lnTo>
                    <a:pt x="265861" y="835723"/>
                  </a:lnTo>
                  <a:lnTo>
                    <a:pt x="235318" y="809701"/>
                  </a:lnTo>
                  <a:lnTo>
                    <a:pt x="196507" y="790384"/>
                  </a:lnTo>
                  <a:lnTo>
                    <a:pt x="146583" y="782815"/>
                  </a:lnTo>
                  <a:lnTo>
                    <a:pt x="96672" y="790384"/>
                  </a:lnTo>
                  <a:lnTo>
                    <a:pt x="57861" y="809701"/>
                  </a:lnTo>
                  <a:lnTo>
                    <a:pt x="27317" y="835723"/>
                  </a:lnTo>
                  <a:lnTo>
                    <a:pt x="0" y="865784"/>
                  </a:lnTo>
                  <a:lnTo>
                    <a:pt x="0" y="959599"/>
                  </a:lnTo>
                  <a:lnTo>
                    <a:pt x="28740" y="935113"/>
                  </a:lnTo>
                  <a:lnTo>
                    <a:pt x="75628" y="883602"/>
                  </a:lnTo>
                  <a:lnTo>
                    <a:pt x="96240" y="865949"/>
                  </a:lnTo>
                  <a:lnTo>
                    <a:pt x="118846" y="854976"/>
                  </a:lnTo>
                  <a:lnTo>
                    <a:pt x="146583" y="851217"/>
                  </a:lnTo>
                  <a:lnTo>
                    <a:pt x="174332" y="854875"/>
                  </a:lnTo>
                  <a:lnTo>
                    <a:pt x="196938" y="865657"/>
                  </a:lnTo>
                  <a:lnTo>
                    <a:pt x="217551" y="883285"/>
                  </a:lnTo>
                  <a:lnTo>
                    <a:pt x="239306" y="907453"/>
                  </a:lnTo>
                  <a:lnTo>
                    <a:pt x="264439" y="935113"/>
                  </a:lnTo>
                  <a:lnTo>
                    <a:pt x="294982" y="961136"/>
                  </a:lnTo>
                  <a:lnTo>
                    <a:pt x="333794" y="980452"/>
                  </a:lnTo>
                  <a:lnTo>
                    <a:pt x="383717" y="988021"/>
                  </a:lnTo>
                  <a:lnTo>
                    <a:pt x="433641" y="980452"/>
                  </a:lnTo>
                  <a:lnTo>
                    <a:pt x="472440" y="961136"/>
                  </a:lnTo>
                  <a:lnTo>
                    <a:pt x="502983" y="935113"/>
                  </a:lnTo>
                  <a:lnTo>
                    <a:pt x="549871" y="883602"/>
                  </a:lnTo>
                  <a:lnTo>
                    <a:pt x="570484" y="865949"/>
                  </a:lnTo>
                  <a:lnTo>
                    <a:pt x="593102" y="854976"/>
                  </a:lnTo>
                  <a:lnTo>
                    <a:pt x="620839" y="851217"/>
                  </a:lnTo>
                  <a:lnTo>
                    <a:pt x="648576" y="854875"/>
                  </a:lnTo>
                  <a:lnTo>
                    <a:pt x="671195" y="865657"/>
                  </a:lnTo>
                  <a:lnTo>
                    <a:pt x="691807" y="883285"/>
                  </a:lnTo>
                  <a:lnTo>
                    <a:pt x="713562" y="907453"/>
                  </a:lnTo>
                  <a:lnTo>
                    <a:pt x="738682" y="935113"/>
                  </a:lnTo>
                  <a:lnTo>
                    <a:pt x="769226" y="961136"/>
                  </a:lnTo>
                  <a:lnTo>
                    <a:pt x="808037" y="980452"/>
                  </a:lnTo>
                  <a:lnTo>
                    <a:pt x="857961" y="988021"/>
                  </a:lnTo>
                  <a:lnTo>
                    <a:pt x="907884" y="980452"/>
                  </a:lnTo>
                  <a:lnTo>
                    <a:pt x="946696" y="961136"/>
                  </a:lnTo>
                  <a:lnTo>
                    <a:pt x="977239" y="935113"/>
                  </a:lnTo>
                  <a:lnTo>
                    <a:pt x="1024115" y="883602"/>
                  </a:lnTo>
                  <a:lnTo>
                    <a:pt x="1044740" y="865949"/>
                  </a:lnTo>
                  <a:lnTo>
                    <a:pt x="1067346" y="854976"/>
                  </a:lnTo>
                  <a:lnTo>
                    <a:pt x="1095082" y="851217"/>
                  </a:lnTo>
                  <a:lnTo>
                    <a:pt x="1122832" y="854875"/>
                  </a:lnTo>
                  <a:lnTo>
                    <a:pt x="1145438" y="865657"/>
                  </a:lnTo>
                  <a:lnTo>
                    <a:pt x="1166050" y="883285"/>
                  </a:lnTo>
                  <a:lnTo>
                    <a:pt x="1187805" y="907453"/>
                  </a:lnTo>
                  <a:lnTo>
                    <a:pt x="1212938" y="935113"/>
                  </a:lnTo>
                  <a:lnTo>
                    <a:pt x="1243482" y="961136"/>
                  </a:lnTo>
                  <a:lnTo>
                    <a:pt x="1282280" y="980452"/>
                  </a:lnTo>
                  <a:lnTo>
                    <a:pt x="1332204" y="988021"/>
                  </a:lnTo>
                  <a:lnTo>
                    <a:pt x="1382128" y="980452"/>
                  </a:lnTo>
                  <a:lnTo>
                    <a:pt x="1420939" y="961136"/>
                  </a:lnTo>
                  <a:lnTo>
                    <a:pt x="1451483" y="935113"/>
                  </a:lnTo>
                  <a:lnTo>
                    <a:pt x="1498371" y="883602"/>
                  </a:lnTo>
                  <a:lnTo>
                    <a:pt x="1518983" y="865949"/>
                  </a:lnTo>
                  <a:lnTo>
                    <a:pt x="1541589" y="854976"/>
                  </a:lnTo>
                  <a:lnTo>
                    <a:pt x="1569339" y="851217"/>
                  </a:lnTo>
                  <a:lnTo>
                    <a:pt x="1582699" y="848550"/>
                  </a:lnTo>
                  <a:lnTo>
                    <a:pt x="1593557" y="841248"/>
                  </a:lnTo>
                  <a:lnTo>
                    <a:pt x="1600860" y="830376"/>
                  </a:lnTo>
                  <a:lnTo>
                    <a:pt x="1603540" y="817016"/>
                  </a:lnTo>
                  <a:close/>
                </a:path>
                <a:path w="1604010" h="1261745">
                  <a:moveTo>
                    <a:pt x="1603540" y="543407"/>
                  </a:moveTo>
                  <a:lnTo>
                    <a:pt x="1600860" y="530047"/>
                  </a:lnTo>
                  <a:lnTo>
                    <a:pt x="1593557" y="519188"/>
                  </a:lnTo>
                  <a:lnTo>
                    <a:pt x="1582699" y="511886"/>
                  </a:lnTo>
                  <a:lnTo>
                    <a:pt x="1569339" y="509206"/>
                  </a:lnTo>
                  <a:lnTo>
                    <a:pt x="1519415" y="516775"/>
                  </a:lnTo>
                  <a:lnTo>
                    <a:pt x="1480604" y="536092"/>
                  </a:lnTo>
                  <a:lnTo>
                    <a:pt x="1450060" y="562114"/>
                  </a:lnTo>
                  <a:lnTo>
                    <a:pt x="1403172" y="613625"/>
                  </a:lnTo>
                  <a:lnTo>
                    <a:pt x="1382560" y="631291"/>
                  </a:lnTo>
                  <a:lnTo>
                    <a:pt x="1359954" y="642251"/>
                  </a:lnTo>
                  <a:lnTo>
                    <a:pt x="1332204" y="646010"/>
                  </a:lnTo>
                  <a:lnTo>
                    <a:pt x="1304467" y="642353"/>
                  </a:lnTo>
                  <a:lnTo>
                    <a:pt x="1281861" y="631571"/>
                  </a:lnTo>
                  <a:lnTo>
                    <a:pt x="1261249" y="613956"/>
                  </a:lnTo>
                  <a:lnTo>
                    <a:pt x="1239494" y="589775"/>
                  </a:lnTo>
                  <a:lnTo>
                    <a:pt x="1214361" y="562114"/>
                  </a:lnTo>
                  <a:lnTo>
                    <a:pt x="1183817" y="536092"/>
                  </a:lnTo>
                  <a:lnTo>
                    <a:pt x="1145006" y="516775"/>
                  </a:lnTo>
                  <a:lnTo>
                    <a:pt x="1095082" y="509206"/>
                  </a:lnTo>
                  <a:lnTo>
                    <a:pt x="1045159" y="516775"/>
                  </a:lnTo>
                  <a:lnTo>
                    <a:pt x="1006360" y="536092"/>
                  </a:lnTo>
                  <a:lnTo>
                    <a:pt x="975817" y="562114"/>
                  </a:lnTo>
                  <a:lnTo>
                    <a:pt x="928928" y="613625"/>
                  </a:lnTo>
                  <a:lnTo>
                    <a:pt x="908316" y="631291"/>
                  </a:lnTo>
                  <a:lnTo>
                    <a:pt x="885698" y="642251"/>
                  </a:lnTo>
                  <a:lnTo>
                    <a:pt x="857961" y="646010"/>
                  </a:lnTo>
                  <a:lnTo>
                    <a:pt x="830224" y="642353"/>
                  </a:lnTo>
                  <a:lnTo>
                    <a:pt x="807605" y="631571"/>
                  </a:lnTo>
                  <a:lnTo>
                    <a:pt x="786993" y="613956"/>
                  </a:lnTo>
                  <a:lnTo>
                    <a:pt x="765238" y="589775"/>
                  </a:lnTo>
                  <a:lnTo>
                    <a:pt x="740117" y="562114"/>
                  </a:lnTo>
                  <a:lnTo>
                    <a:pt x="709574" y="536092"/>
                  </a:lnTo>
                  <a:lnTo>
                    <a:pt x="670763" y="516775"/>
                  </a:lnTo>
                  <a:lnTo>
                    <a:pt x="620839" y="509206"/>
                  </a:lnTo>
                  <a:lnTo>
                    <a:pt x="570915" y="516775"/>
                  </a:lnTo>
                  <a:lnTo>
                    <a:pt x="532104" y="536092"/>
                  </a:lnTo>
                  <a:lnTo>
                    <a:pt x="501561" y="562114"/>
                  </a:lnTo>
                  <a:lnTo>
                    <a:pt x="454685" y="613625"/>
                  </a:lnTo>
                  <a:lnTo>
                    <a:pt x="434060" y="631291"/>
                  </a:lnTo>
                  <a:lnTo>
                    <a:pt x="411454" y="642251"/>
                  </a:lnTo>
                  <a:lnTo>
                    <a:pt x="383717" y="646010"/>
                  </a:lnTo>
                  <a:lnTo>
                    <a:pt x="355968" y="642353"/>
                  </a:lnTo>
                  <a:lnTo>
                    <a:pt x="333362" y="631571"/>
                  </a:lnTo>
                  <a:lnTo>
                    <a:pt x="312750" y="613956"/>
                  </a:lnTo>
                  <a:lnTo>
                    <a:pt x="290995" y="589775"/>
                  </a:lnTo>
                  <a:lnTo>
                    <a:pt x="265861" y="562114"/>
                  </a:lnTo>
                  <a:lnTo>
                    <a:pt x="235318" y="536092"/>
                  </a:lnTo>
                  <a:lnTo>
                    <a:pt x="196507" y="516775"/>
                  </a:lnTo>
                  <a:lnTo>
                    <a:pt x="146583" y="509206"/>
                  </a:lnTo>
                  <a:lnTo>
                    <a:pt x="96672" y="516775"/>
                  </a:lnTo>
                  <a:lnTo>
                    <a:pt x="57861" y="536092"/>
                  </a:lnTo>
                  <a:lnTo>
                    <a:pt x="27317" y="562114"/>
                  </a:lnTo>
                  <a:lnTo>
                    <a:pt x="0" y="592175"/>
                  </a:lnTo>
                  <a:lnTo>
                    <a:pt x="0" y="686003"/>
                  </a:lnTo>
                  <a:lnTo>
                    <a:pt x="28740" y="661517"/>
                  </a:lnTo>
                  <a:lnTo>
                    <a:pt x="75628" y="609993"/>
                  </a:lnTo>
                  <a:lnTo>
                    <a:pt x="96240" y="592340"/>
                  </a:lnTo>
                  <a:lnTo>
                    <a:pt x="118846" y="581380"/>
                  </a:lnTo>
                  <a:lnTo>
                    <a:pt x="146583" y="577608"/>
                  </a:lnTo>
                  <a:lnTo>
                    <a:pt x="174332" y="581266"/>
                  </a:lnTo>
                  <a:lnTo>
                    <a:pt x="196938" y="592048"/>
                  </a:lnTo>
                  <a:lnTo>
                    <a:pt x="217551" y="609676"/>
                  </a:lnTo>
                  <a:lnTo>
                    <a:pt x="239306" y="633857"/>
                  </a:lnTo>
                  <a:lnTo>
                    <a:pt x="264439" y="661517"/>
                  </a:lnTo>
                  <a:lnTo>
                    <a:pt x="294982" y="687527"/>
                  </a:lnTo>
                  <a:lnTo>
                    <a:pt x="333794" y="706856"/>
                  </a:lnTo>
                  <a:lnTo>
                    <a:pt x="383717" y="714413"/>
                  </a:lnTo>
                  <a:lnTo>
                    <a:pt x="433641" y="706856"/>
                  </a:lnTo>
                  <a:lnTo>
                    <a:pt x="472440" y="687527"/>
                  </a:lnTo>
                  <a:lnTo>
                    <a:pt x="502983" y="661517"/>
                  </a:lnTo>
                  <a:lnTo>
                    <a:pt x="549871" y="609993"/>
                  </a:lnTo>
                  <a:lnTo>
                    <a:pt x="570484" y="592340"/>
                  </a:lnTo>
                  <a:lnTo>
                    <a:pt x="593102" y="581380"/>
                  </a:lnTo>
                  <a:lnTo>
                    <a:pt x="620839" y="577608"/>
                  </a:lnTo>
                  <a:lnTo>
                    <a:pt x="648576" y="581266"/>
                  </a:lnTo>
                  <a:lnTo>
                    <a:pt x="671195" y="592048"/>
                  </a:lnTo>
                  <a:lnTo>
                    <a:pt x="691807" y="609676"/>
                  </a:lnTo>
                  <a:lnTo>
                    <a:pt x="713562" y="633857"/>
                  </a:lnTo>
                  <a:lnTo>
                    <a:pt x="738682" y="661517"/>
                  </a:lnTo>
                  <a:lnTo>
                    <a:pt x="769226" y="687527"/>
                  </a:lnTo>
                  <a:lnTo>
                    <a:pt x="808037" y="706856"/>
                  </a:lnTo>
                  <a:lnTo>
                    <a:pt x="857961" y="714413"/>
                  </a:lnTo>
                  <a:lnTo>
                    <a:pt x="907884" y="706856"/>
                  </a:lnTo>
                  <a:lnTo>
                    <a:pt x="946696" y="687527"/>
                  </a:lnTo>
                  <a:lnTo>
                    <a:pt x="977239" y="661517"/>
                  </a:lnTo>
                  <a:lnTo>
                    <a:pt x="1024115" y="609993"/>
                  </a:lnTo>
                  <a:lnTo>
                    <a:pt x="1044740" y="592340"/>
                  </a:lnTo>
                  <a:lnTo>
                    <a:pt x="1067346" y="581380"/>
                  </a:lnTo>
                  <a:lnTo>
                    <a:pt x="1095082" y="577608"/>
                  </a:lnTo>
                  <a:lnTo>
                    <a:pt x="1122832" y="581266"/>
                  </a:lnTo>
                  <a:lnTo>
                    <a:pt x="1145438" y="592048"/>
                  </a:lnTo>
                  <a:lnTo>
                    <a:pt x="1166050" y="609676"/>
                  </a:lnTo>
                  <a:lnTo>
                    <a:pt x="1187805" y="633857"/>
                  </a:lnTo>
                  <a:lnTo>
                    <a:pt x="1212938" y="661517"/>
                  </a:lnTo>
                  <a:lnTo>
                    <a:pt x="1243482" y="687527"/>
                  </a:lnTo>
                  <a:lnTo>
                    <a:pt x="1282280" y="706856"/>
                  </a:lnTo>
                  <a:lnTo>
                    <a:pt x="1332204" y="714413"/>
                  </a:lnTo>
                  <a:lnTo>
                    <a:pt x="1382128" y="706856"/>
                  </a:lnTo>
                  <a:lnTo>
                    <a:pt x="1420939" y="687527"/>
                  </a:lnTo>
                  <a:lnTo>
                    <a:pt x="1451483" y="661517"/>
                  </a:lnTo>
                  <a:lnTo>
                    <a:pt x="1498371" y="609993"/>
                  </a:lnTo>
                  <a:lnTo>
                    <a:pt x="1518983" y="592340"/>
                  </a:lnTo>
                  <a:lnTo>
                    <a:pt x="1541589" y="581380"/>
                  </a:lnTo>
                  <a:lnTo>
                    <a:pt x="1569339" y="577608"/>
                  </a:lnTo>
                  <a:lnTo>
                    <a:pt x="1582699" y="574941"/>
                  </a:lnTo>
                  <a:lnTo>
                    <a:pt x="1593557" y="567639"/>
                  </a:lnTo>
                  <a:lnTo>
                    <a:pt x="1600860" y="556768"/>
                  </a:lnTo>
                  <a:lnTo>
                    <a:pt x="1603540" y="543407"/>
                  </a:lnTo>
                  <a:close/>
                </a:path>
                <a:path w="1604010" h="1261745">
                  <a:moveTo>
                    <a:pt x="1603540" y="277406"/>
                  </a:moveTo>
                  <a:lnTo>
                    <a:pt x="1600860" y="264045"/>
                  </a:lnTo>
                  <a:lnTo>
                    <a:pt x="1593557" y="253187"/>
                  </a:lnTo>
                  <a:lnTo>
                    <a:pt x="1582699" y="245884"/>
                  </a:lnTo>
                  <a:lnTo>
                    <a:pt x="1569339" y="243205"/>
                  </a:lnTo>
                  <a:lnTo>
                    <a:pt x="1519415" y="250774"/>
                  </a:lnTo>
                  <a:lnTo>
                    <a:pt x="1480604" y="270090"/>
                  </a:lnTo>
                  <a:lnTo>
                    <a:pt x="1450060" y="296113"/>
                  </a:lnTo>
                  <a:lnTo>
                    <a:pt x="1403172" y="347624"/>
                  </a:lnTo>
                  <a:lnTo>
                    <a:pt x="1382560" y="365290"/>
                  </a:lnTo>
                  <a:lnTo>
                    <a:pt x="1359954" y="376250"/>
                  </a:lnTo>
                  <a:lnTo>
                    <a:pt x="1332204" y="380009"/>
                  </a:lnTo>
                  <a:lnTo>
                    <a:pt x="1304467" y="376351"/>
                  </a:lnTo>
                  <a:lnTo>
                    <a:pt x="1281861" y="365569"/>
                  </a:lnTo>
                  <a:lnTo>
                    <a:pt x="1261249" y="347941"/>
                  </a:lnTo>
                  <a:lnTo>
                    <a:pt x="1239494" y="323773"/>
                  </a:lnTo>
                  <a:lnTo>
                    <a:pt x="1214361" y="296113"/>
                  </a:lnTo>
                  <a:lnTo>
                    <a:pt x="1183817" y="270090"/>
                  </a:lnTo>
                  <a:lnTo>
                    <a:pt x="1145006" y="250774"/>
                  </a:lnTo>
                  <a:lnTo>
                    <a:pt x="1095082" y="243205"/>
                  </a:lnTo>
                  <a:lnTo>
                    <a:pt x="1045159" y="250774"/>
                  </a:lnTo>
                  <a:lnTo>
                    <a:pt x="1006360" y="270090"/>
                  </a:lnTo>
                  <a:lnTo>
                    <a:pt x="975817" y="296113"/>
                  </a:lnTo>
                  <a:lnTo>
                    <a:pt x="928928" y="347624"/>
                  </a:lnTo>
                  <a:lnTo>
                    <a:pt x="908316" y="365290"/>
                  </a:lnTo>
                  <a:lnTo>
                    <a:pt x="885698" y="376250"/>
                  </a:lnTo>
                  <a:lnTo>
                    <a:pt x="857961" y="380009"/>
                  </a:lnTo>
                  <a:lnTo>
                    <a:pt x="830224" y="376351"/>
                  </a:lnTo>
                  <a:lnTo>
                    <a:pt x="807605" y="365569"/>
                  </a:lnTo>
                  <a:lnTo>
                    <a:pt x="786993" y="347941"/>
                  </a:lnTo>
                  <a:lnTo>
                    <a:pt x="765238" y="323773"/>
                  </a:lnTo>
                  <a:lnTo>
                    <a:pt x="740117" y="296113"/>
                  </a:lnTo>
                  <a:lnTo>
                    <a:pt x="709574" y="270090"/>
                  </a:lnTo>
                  <a:lnTo>
                    <a:pt x="670763" y="250774"/>
                  </a:lnTo>
                  <a:lnTo>
                    <a:pt x="620839" y="243205"/>
                  </a:lnTo>
                  <a:lnTo>
                    <a:pt x="570915" y="250774"/>
                  </a:lnTo>
                  <a:lnTo>
                    <a:pt x="532104" y="270090"/>
                  </a:lnTo>
                  <a:lnTo>
                    <a:pt x="501561" y="296113"/>
                  </a:lnTo>
                  <a:lnTo>
                    <a:pt x="454685" y="347624"/>
                  </a:lnTo>
                  <a:lnTo>
                    <a:pt x="434060" y="365290"/>
                  </a:lnTo>
                  <a:lnTo>
                    <a:pt x="411454" y="376250"/>
                  </a:lnTo>
                  <a:lnTo>
                    <a:pt x="383717" y="380009"/>
                  </a:lnTo>
                  <a:lnTo>
                    <a:pt x="355968" y="376351"/>
                  </a:lnTo>
                  <a:lnTo>
                    <a:pt x="333362" y="365569"/>
                  </a:lnTo>
                  <a:lnTo>
                    <a:pt x="312750" y="347941"/>
                  </a:lnTo>
                  <a:lnTo>
                    <a:pt x="290995" y="323773"/>
                  </a:lnTo>
                  <a:lnTo>
                    <a:pt x="265861" y="296113"/>
                  </a:lnTo>
                  <a:lnTo>
                    <a:pt x="235318" y="270090"/>
                  </a:lnTo>
                  <a:lnTo>
                    <a:pt x="196507" y="250774"/>
                  </a:lnTo>
                  <a:lnTo>
                    <a:pt x="146583" y="243205"/>
                  </a:lnTo>
                  <a:lnTo>
                    <a:pt x="96672" y="250774"/>
                  </a:lnTo>
                  <a:lnTo>
                    <a:pt x="57861" y="270090"/>
                  </a:lnTo>
                  <a:lnTo>
                    <a:pt x="27317" y="296113"/>
                  </a:lnTo>
                  <a:lnTo>
                    <a:pt x="0" y="326174"/>
                  </a:lnTo>
                  <a:lnTo>
                    <a:pt x="0" y="419989"/>
                  </a:lnTo>
                  <a:lnTo>
                    <a:pt x="28740" y="395503"/>
                  </a:lnTo>
                  <a:lnTo>
                    <a:pt x="75628" y="343992"/>
                  </a:lnTo>
                  <a:lnTo>
                    <a:pt x="96240" y="326339"/>
                  </a:lnTo>
                  <a:lnTo>
                    <a:pt x="118846" y="315366"/>
                  </a:lnTo>
                  <a:lnTo>
                    <a:pt x="146583" y="311607"/>
                  </a:lnTo>
                  <a:lnTo>
                    <a:pt x="174332" y="315264"/>
                  </a:lnTo>
                  <a:lnTo>
                    <a:pt x="196938" y="326047"/>
                  </a:lnTo>
                  <a:lnTo>
                    <a:pt x="217551" y="343674"/>
                  </a:lnTo>
                  <a:lnTo>
                    <a:pt x="239306" y="367855"/>
                  </a:lnTo>
                  <a:lnTo>
                    <a:pt x="264439" y="395503"/>
                  </a:lnTo>
                  <a:lnTo>
                    <a:pt x="294982" y="421525"/>
                  </a:lnTo>
                  <a:lnTo>
                    <a:pt x="333794" y="440842"/>
                  </a:lnTo>
                  <a:lnTo>
                    <a:pt x="383717" y="448411"/>
                  </a:lnTo>
                  <a:lnTo>
                    <a:pt x="433641" y="440842"/>
                  </a:lnTo>
                  <a:lnTo>
                    <a:pt x="472440" y="421525"/>
                  </a:lnTo>
                  <a:lnTo>
                    <a:pt x="502983" y="395503"/>
                  </a:lnTo>
                  <a:lnTo>
                    <a:pt x="549871" y="343992"/>
                  </a:lnTo>
                  <a:lnTo>
                    <a:pt x="570484" y="326339"/>
                  </a:lnTo>
                  <a:lnTo>
                    <a:pt x="593102" y="315366"/>
                  </a:lnTo>
                  <a:lnTo>
                    <a:pt x="620839" y="311607"/>
                  </a:lnTo>
                  <a:lnTo>
                    <a:pt x="648576" y="315264"/>
                  </a:lnTo>
                  <a:lnTo>
                    <a:pt x="671195" y="326047"/>
                  </a:lnTo>
                  <a:lnTo>
                    <a:pt x="691807" y="343674"/>
                  </a:lnTo>
                  <a:lnTo>
                    <a:pt x="713562" y="367855"/>
                  </a:lnTo>
                  <a:lnTo>
                    <a:pt x="738682" y="395503"/>
                  </a:lnTo>
                  <a:lnTo>
                    <a:pt x="769226" y="421525"/>
                  </a:lnTo>
                  <a:lnTo>
                    <a:pt x="808037" y="440842"/>
                  </a:lnTo>
                  <a:lnTo>
                    <a:pt x="857961" y="448411"/>
                  </a:lnTo>
                  <a:lnTo>
                    <a:pt x="907884" y="440842"/>
                  </a:lnTo>
                  <a:lnTo>
                    <a:pt x="946696" y="421525"/>
                  </a:lnTo>
                  <a:lnTo>
                    <a:pt x="977239" y="395503"/>
                  </a:lnTo>
                  <a:lnTo>
                    <a:pt x="1024115" y="343992"/>
                  </a:lnTo>
                  <a:lnTo>
                    <a:pt x="1044740" y="326339"/>
                  </a:lnTo>
                  <a:lnTo>
                    <a:pt x="1067346" y="315366"/>
                  </a:lnTo>
                  <a:lnTo>
                    <a:pt x="1095082" y="311607"/>
                  </a:lnTo>
                  <a:lnTo>
                    <a:pt x="1122832" y="315264"/>
                  </a:lnTo>
                  <a:lnTo>
                    <a:pt x="1145438" y="326047"/>
                  </a:lnTo>
                  <a:lnTo>
                    <a:pt x="1166050" y="343674"/>
                  </a:lnTo>
                  <a:lnTo>
                    <a:pt x="1187805" y="367855"/>
                  </a:lnTo>
                  <a:lnTo>
                    <a:pt x="1212938" y="395503"/>
                  </a:lnTo>
                  <a:lnTo>
                    <a:pt x="1243482" y="421525"/>
                  </a:lnTo>
                  <a:lnTo>
                    <a:pt x="1282280" y="440842"/>
                  </a:lnTo>
                  <a:lnTo>
                    <a:pt x="1332204" y="448411"/>
                  </a:lnTo>
                  <a:lnTo>
                    <a:pt x="1382128" y="440842"/>
                  </a:lnTo>
                  <a:lnTo>
                    <a:pt x="1420939" y="421525"/>
                  </a:lnTo>
                  <a:lnTo>
                    <a:pt x="1451483" y="395503"/>
                  </a:lnTo>
                  <a:lnTo>
                    <a:pt x="1498371" y="343992"/>
                  </a:lnTo>
                  <a:lnTo>
                    <a:pt x="1518983" y="326339"/>
                  </a:lnTo>
                  <a:lnTo>
                    <a:pt x="1541589" y="315366"/>
                  </a:lnTo>
                  <a:lnTo>
                    <a:pt x="1569339" y="311607"/>
                  </a:lnTo>
                  <a:lnTo>
                    <a:pt x="1582699" y="308940"/>
                  </a:lnTo>
                  <a:lnTo>
                    <a:pt x="1593557" y="301637"/>
                  </a:lnTo>
                  <a:lnTo>
                    <a:pt x="1600860" y="290766"/>
                  </a:lnTo>
                  <a:lnTo>
                    <a:pt x="1603540" y="277406"/>
                  </a:lnTo>
                  <a:close/>
                </a:path>
                <a:path w="1604010" h="1261745">
                  <a:moveTo>
                    <a:pt x="1603540" y="34201"/>
                  </a:moveTo>
                  <a:lnTo>
                    <a:pt x="1600860" y="20840"/>
                  </a:lnTo>
                  <a:lnTo>
                    <a:pt x="1593557" y="9982"/>
                  </a:lnTo>
                  <a:lnTo>
                    <a:pt x="1582699" y="2679"/>
                  </a:lnTo>
                  <a:lnTo>
                    <a:pt x="1569339" y="0"/>
                  </a:lnTo>
                  <a:lnTo>
                    <a:pt x="1519415" y="7569"/>
                  </a:lnTo>
                  <a:lnTo>
                    <a:pt x="1480604" y="26885"/>
                  </a:lnTo>
                  <a:lnTo>
                    <a:pt x="1450060" y="52908"/>
                  </a:lnTo>
                  <a:lnTo>
                    <a:pt x="1403172" y="104419"/>
                  </a:lnTo>
                  <a:lnTo>
                    <a:pt x="1382560" y="122085"/>
                  </a:lnTo>
                  <a:lnTo>
                    <a:pt x="1359954" y="133045"/>
                  </a:lnTo>
                  <a:lnTo>
                    <a:pt x="1332204" y="136804"/>
                  </a:lnTo>
                  <a:lnTo>
                    <a:pt x="1304467" y="133146"/>
                  </a:lnTo>
                  <a:lnTo>
                    <a:pt x="1281861" y="122364"/>
                  </a:lnTo>
                  <a:lnTo>
                    <a:pt x="1261249" y="104736"/>
                  </a:lnTo>
                  <a:lnTo>
                    <a:pt x="1239494" y="80568"/>
                  </a:lnTo>
                  <a:lnTo>
                    <a:pt x="1214361" y="52908"/>
                  </a:lnTo>
                  <a:lnTo>
                    <a:pt x="1183817" y="26885"/>
                  </a:lnTo>
                  <a:lnTo>
                    <a:pt x="1145006" y="7569"/>
                  </a:lnTo>
                  <a:lnTo>
                    <a:pt x="1095082" y="0"/>
                  </a:lnTo>
                  <a:lnTo>
                    <a:pt x="1045159" y="7569"/>
                  </a:lnTo>
                  <a:lnTo>
                    <a:pt x="1006360" y="26885"/>
                  </a:lnTo>
                  <a:lnTo>
                    <a:pt x="975817" y="52908"/>
                  </a:lnTo>
                  <a:lnTo>
                    <a:pt x="928928" y="104419"/>
                  </a:lnTo>
                  <a:lnTo>
                    <a:pt x="908316" y="122085"/>
                  </a:lnTo>
                  <a:lnTo>
                    <a:pt x="885698" y="133045"/>
                  </a:lnTo>
                  <a:lnTo>
                    <a:pt x="857961" y="136804"/>
                  </a:lnTo>
                  <a:lnTo>
                    <a:pt x="830224" y="133146"/>
                  </a:lnTo>
                  <a:lnTo>
                    <a:pt x="807605" y="122364"/>
                  </a:lnTo>
                  <a:lnTo>
                    <a:pt x="786993" y="104736"/>
                  </a:lnTo>
                  <a:lnTo>
                    <a:pt x="765238" y="80568"/>
                  </a:lnTo>
                  <a:lnTo>
                    <a:pt x="740117" y="52908"/>
                  </a:lnTo>
                  <a:lnTo>
                    <a:pt x="709574" y="26885"/>
                  </a:lnTo>
                  <a:lnTo>
                    <a:pt x="670763" y="7569"/>
                  </a:lnTo>
                  <a:lnTo>
                    <a:pt x="620839" y="0"/>
                  </a:lnTo>
                  <a:lnTo>
                    <a:pt x="570915" y="7569"/>
                  </a:lnTo>
                  <a:lnTo>
                    <a:pt x="532104" y="26885"/>
                  </a:lnTo>
                  <a:lnTo>
                    <a:pt x="501561" y="52908"/>
                  </a:lnTo>
                  <a:lnTo>
                    <a:pt x="454685" y="104419"/>
                  </a:lnTo>
                  <a:lnTo>
                    <a:pt x="434060" y="122085"/>
                  </a:lnTo>
                  <a:lnTo>
                    <a:pt x="411454" y="133045"/>
                  </a:lnTo>
                  <a:lnTo>
                    <a:pt x="383717" y="136804"/>
                  </a:lnTo>
                  <a:lnTo>
                    <a:pt x="355968" y="133146"/>
                  </a:lnTo>
                  <a:lnTo>
                    <a:pt x="333362" y="122364"/>
                  </a:lnTo>
                  <a:lnTo>
                    <a:pt x="312750" y="104736"/>
                  </a:lnTo>
                  <a:lnTo>
                    <a:pt x="290995" y="80568"/>
                  </a:lnTo>
                  <a:lnTo>
                    <a:pt x="265861" y="52908"/>
                  </a:lnTo>
                  <a:lnTo>
                    <a:pt x="235318" y="26885"/>
                  </a:lnTo>
                  <a:lnTo>
                    <a:pt x="196507" y="7569"/>
                  </a:lnTo>
                  <a:lnTo>
                    <a:pt x="146583" y="0"/>
                  </a:lnTo>
                  <a:lnTo>
                    <a:pt x="96672" y="7569"/>
                  </a:lnTo>
                  <a:lnTo>
                    <a:pt x="57861" y="26885"/>
                  </a:lnTo>
                  <a:lnTo>
                    <a:pt x="27317" y="52908"/>
                  </a:lnTo>
                  <a:lnTo>
                    <a:pt x="0" y="82969"/>
                  </a:lnTo>
                  <a:lnTo>
                    <a:pt x="0" y="176796"/>
                  </a:lnTo>
                  <a:lnTo>
                    <a:pt x="28740" y="152298"/>
                  </a:lnTo>
                  <a:lnTo>
                    <a:pt x="75628" y="100787"/>
                  </a:lnTo>
                  <a:lnTo>
                    <a:pt x="96240" y="83134"/>
                  </a:lnTo>
                  <a:lnTo>
                    <a:pt x="118846" y="72174"/>
                  </a:lnTo>
                  <a:lnTo>
                    <a:pt x="146583" y="68402"/>
                  </a:lnTo>
                  <a:lnTo>
                    <a:pt x="174332" y="72059"/>
                  </a:lnTo>
                  <a:lnTo>
                    <a:pt x="196938" y="82842"/>
                  </a:lnTo>
                  <a:lnTo>
                    <a:pt x="217551" y="100469"/>
                  </a:lnTo>
                  <a:lnTo>
                    <a:pt x="239306" y="124650"/>
                  </a:lnTo>
                  <a:lnTo>
                    <a:pt x="264439" y="152298"/>
                  </a:lnTo>
                  <a:lnTo>
                    <a:pt x="294982" y="178320"/>
                  </a:lnTo>
                  <a:lnTo>
                    <a:pt x="333794" y="197637"/>
                  </a:lnTo>
                  <a:lnTo>
                    <a:pt x="383717" y="205206"/>
                  </a:lnTo>
                  <a:lnTo>
                    <a:pt x="433641" y="197637"/>
                  </a:lnTo>
                  <a:lnTo>
                    <a:pt x="472440" y="178320"/>
                  </a:lnTo>
                  <a:lnTo>
                    <a:pt x="502983" y="152298"/>
                  </a:lnTo>
                  <a:lnTo>
                    <a:pt x="549871" y="100787"/>
                  </a:lnTo>
                  <a:lnTo>
                    <a:pt x="570484" y="83134"/>
                  </a:lnTo>
                  <a:lnTo>
                    <a:pt x="593102" y="72174"/>
                  </a:lnTo>
                  <a:lnTo>
                    <a:pt x="620839" y="68402"/>
                  </a:lnTo>
                  <a:lnTo>
                    <a:pt x="648576" y="72059"/>
                  </a:lnTo>
                  <a:lnTo>
                    <a:pt x="671195" y="82842"/>
                  </a:lnTo>
                  <a:lnTo>
                    <a:pt x="691807" y="100469"/>
                  </a:lnTo>
                  <a:lnTo>
                    <a:pt x="713562" y="124650"/>
                  </a:lnTo>
                  <a:lnTo>
                    <a:pt x="738682" y="152298"/>
                  </a:lnTo>
                  <a:lnTo>
                    <a:pt x="769226" y="178320"/>
                  </a:lnTo>
                  <a:lnTo>
                    <a:pt x="808037" y="197637"/>
                  </a:lnTo>
                  <a:lnTo>
                    <a:pt x="857961" y="205206"/>
                  </a:lnTo>
                  <a:lnTo>
                    <a:pt x="907884" y="197637"/>
                  </a:lnTo>
                  <a:lnTo>
                    <a:pt x="946696" y="178320"/>
                  </a:lnTo>
                  <a:lnTo>
                    <a:pt x="977239" y="152298"/>
                  </a:lnTo>
                  <a:lnTo>
                    <a:pt x="1024115" y="100787"/>
                  </a:lnTo>
                  <a:lnTo>
                    <a:pt x="1044740" y="83134"/>
                  </a:lnTo>
                  <a:lnTo>
                    <a:pt x="1067346" y="72174"/>
                  </a:lnTo>
                  <a:lnTo>
                    <a:pt x="1095082" y="68402"/>
                  </a:lnTo>
                  <a:lnTo>
                    <a:pt x="1122832" y="72059"/>
                  </a:lnTo>
                  <a:lnTo>
                    <a:pt x="1145438" y="82842"/>
                  </a:lnTo>
                  <a:lnTo>
                    <a:pt x="1166050" y="100469"/>
                  </a:lnTo>
                  <a:lnTo>
                    <a:pt x="1187805" y="124650"/>
                  </a:lnTo>
                  <a:lnTo>
                    <a:pt x="1212938" y="152298"/>
                  </a:lnTo>
                  <a:lnTo>
                    <a:pt x="1243482" y="178320"/>
                  </a:lnTo>
                  <a:lnTo>
                    <a:pt x="1282280" y="197637"/>
                  </a:lnTo>
                  <a:lnTo>
                    <a:pt x="1332204" y="205206"/>
                  </a:lnTo>
                  <a:lnTo>
                    <a:pt x="1382128" y="197637"/>
                  </a:lnTo>
                  <a:lnTo>
                    <a:pt x="1420939" y="178320"/>
                  </a:lnTo>
                  <a:lnTo>
                    <a:pt x="1451483" y="152298"/>
                  </a:lnTo>
                  <a:lnTo>
                    <a:pt x="1498371" y="100787"/>
                  </a:lnTo>
                  <a:lnTo>
                    <a:pt x="1518983" y="83134"/>
                  </a:lnTo>
                  <a:lnTo>
                    <a:pt x="1541589" y="72174"/>
                  </a:lnTo>
                  <a:lnTo>
                    <a:pt x="1569339" y="68402"/>
                  </a:lnTo>
                  <a:lnTo>
                    <a:pt x="1582699" y="65735"/>
                  </a:lnTo>
                  <a:lnTo>
                    <a:pt x="1593557" y="58432"/>
                  </a:lnTo>
                  <a:lnTo>
                    <a:pt x="1600860" y="47561"/>
                  </a:lnTo>
                  <a:lnTo>
                    <a:pt x="1603540" y="34201"/>
                  </a:lnTo>
                  <a:close/>
                </a:path>
              </a:pathLst>
            </a:custGeom>
            <a:solidFill>
              <a:srgbClr val="679E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309068" y="743626"/>
            <a:ext cx="5076825" cy="9543415"/>
            <a:chOff x="6309068" y="743626"/>
            <a:chExt cx="5076825" cy="95434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09068" y="743626"/>
              <a:ext cx="5076824" cy="954337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70684" y="5143648"/>
              <a:ext cx="1200149" cy="8667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78702" y="7423342"/>
              <a:ext cx="866774" cy="18573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32193" y="3651452"/>
              <a:ext cx="1038224" cy="13334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35167" y="6252973"/>
              <a:ext cx="752474" cy="1133474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-55"/>
            <a:ext cx="1603541" cy="155594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7295226" y="9247023"/>
            <a:ext cx="993140" cy="1040130"/>
          </a:xfrm>
          <a:custGeom>
            <a:avLst/>
            <a:gdLst/>
            <a:ahLst/>
            <a:cxnLst/>
            <a:rect l="l" t="t" r="r" b="b"/>
            <a:pathLst>
              <a:path w="993140" h="1040129">
                <a:moveTo>
                  <a:pt x="992772" y="1039976"/>
                </a:moveTo>
                <a:lnTo>
                  <a:pt x="0" y="1039976"/>
                </a:lnTo>
                <a:lnTo>
                  <a:pt x="1008" y="1036986"/>
                </a:lnTo>
                <a:lnTo>
                  <a:pt x="15185" y="997364"/>
                </a:lnTo>
                <a:lnTo>
                  <a:pt x="30328" y="958107"/>
                </a:lnTo>
                <a:lnTo>
                  <a:pt x="46432" y="919228"/>
                </a:lnTo>
                <a:lnTo>
                  <a:pt x="63483" y="880762"/>
                </a:lnTo>
                <a:lnTo>
                  <a:pt x="81475" y="842720"/>
                </a:lnTo>
                <a:lnTo>
                  <a:pt x="100393" y="805137"/>
                </a:lnTo>
                <a:lnTo>
                  <a:pt x="120231" y="768024"/>
                </a:lnTo>
                <a:lnTo>
                  <a:pt x="140970" y="731414"/>
                </a:lnTo>
                <a:lnTo>
                  <a:pt x="162604" y="695318"/>
                </a:lnTo>
                <a:lnTo>
                  <a:pt x="185115" y="659771"/>
                </a:lnTo>
                <a:lnTo>
                  <a:pt x="208495" y="624781"/>
                </a:lnTo>
                <a:lnTo>
                  <a:pt x="232722" y="590380"/>
                </a:lnTo>
                <a:lnTo>
                  <a:pt x="257791" y="556579"/>
                </a:lnTo>
                <a:lnTo>
                  <a:pt x="283677" y="523409"/>
                </a:lnTo>
                <a:lnTo>
                  <a:pt x="310374" y="490879"/>
                </a:lnTo>
                <a:lnTo>
                  <a:pt x="337857" y="459018"/>
                </a:lnTo>
                <a:lnTo>
                  <a:pt x="366117" y="427838"/>
                </a:lnTo>
                <a:lnTo>
                  <a:pt x="395130" y="397364"/>
                </a:lnTo>
                <a:lnTo>
                  <a:pt x="424887" y="367608"/>
                </a:lnTo>
                <a:lnTo>
                  <a:pt x="455360" y="338594"/>
                </a:lnTo>
                <a:lnTo>
                  <a:pt x="486541" y="310334"/>
                </a:lnTo>
                <a:lnTo>
                  <a:pt x="518402" y="282851"/>
                </a:lnTo>
                <a:lnTo>
                  <a:pt x="550932" y="256154"/>
                </a:lnTo>
                <a:lnTo>
                  <a:pt x="584102" y="230268"/>
                </a:lnTo>
                <a:lnTo>
                  <a:pt x="617903" y="205199"/>
                </a:lnTo>
                <a:lnTo>
                  <a:pt x="652303" y="180972"/>
                </a:lnTo>
                <a:lnTo>
                  <a:pt x="687293" y="157592"/>
                </a:lnTo>
                <a:lnTo>
                  <a:pt x="722841" y="135082"/>
                </a:lnTo>
                <a:lnTo>
                  <a:pt x="758937" y="113447"/>
                </a:lnTo>
                <a:lnTo>
                  <a:pt x="795547" y="92708"/>
                </a:lnTo>
                <a:lnTo>
                  <a:pt x="832660" y="72870"/>
                </a:lnTo>
                <a:lnTo>
                  <a:pt x="870243" y="53952"/>
                </a:lnTo>
                <a:lnTo>
                  <a:pt x="908285" y="35960"/>
                </a:lnTo>
                <a:lnTo>
                  <a:pt x="946751" y="18909"/>
                </a:lnTo>
                <a:lnTo>
                  <a:pt x="985630" y="2805"/>
                </a:lnTo>
                <a:lnTo>
                  <a:pt x="992772" y="0"/>
                </a:lnTo>
                <a:lnTo>
                  <a:pt x="992772" y="1039976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324026" y="844145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809079" y="844145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7280024" y="844145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736861" y="844145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152465" y="8482714"/>
            <a:ext cx="135890" cy="197485"/>
          </a:xfrm>
          <a:custGeom>
            <a:avLst/>
            <a:gdLst/>
            <a:ahLst/>
            <a:cxnLst/>
            <a:rect l="l" t="t" r="r" b="b"/>
            <a:pathLst>
              <a:path w="135890" h="197484">
                <a:moveTo>
                  <a:pt x="135533" y="197466"/>
                </a:moveTo>
                <a:lnTo>
                  <a:pt x="0" y="197466"/>
                </a:lnTo>
                <a:lnTo>
                  <a:pt x="135533" y="0"/>
                </a:lnTo>
                <a:lnTo>
                  <a:pt x="135533" y="197466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324026" y="8746373"/>
            <a:ext cx="335915" cy="238125"/>
          </a:xfrm>
          <a:custGeom>
            <a:avLst/>
            <a:gdLst/>
            <a:ahLst/>
            <a:cxnLst/>
            <a:rect l="l" t="t" r="r" b="b"/>
            <a:pathLst>
              <a:path w="335915" h="238125">
                <a:moveTo>
                  <a:pt x="335304" y="237642"/>
                </a:moveTo>
                <a:lnTo>
                  <a:pt x="0" y="237642"/>
                </a:lnTo>
                <a:lnTo>
                  <a:pt x="163854" y="0"/>
                </a:lnTo>
                <a:lnTo>
                  <a:pt x="335304" y="237642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809079" y="8746373"/>
            <a:ext cx="335915" cy="238125"/>
          </a:xfrm>
          <a:custGeom>
            <a:avLst/>
            <a:gdLst/>
            <a:ahLst/>
            <a:cxnLst/>
            <a:rect l="l" t="t" r="r" b="b"/>
            <a:pathLst>
              <a:path w="335915" h="238125">
                <a:moveTo>
                  <a:pt x="335304" y="237642"/>
                </a:moveTo>
                <a:lnTo>
                  <a:pt x="0" y="237642"/>
                </a:lnTo>
                <a:lnTo>
                  <a:pt x="163854" y="0"/>
                </a:lnTo>
                <a:lnTo>
                  <a:pt x="335304" y="237642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280024" y="8746373"/>
            <a:ext cx="335915" cy="238125"/>
          </a:xfrm>
          <a:custGeom>
            <a:avLst/>
            <a:gdLst/>
            <a:ahLst/>
            <a:cxnLst/>
            <a:rect l="l" t="t" r="r" b="b"/>
            <a:pathLst>
              <a:path w="335915" h="238125">
                <a:moveTo>
                  <a:pt x="335304" y="237642"/>
                </a:moveTo>
                <a:lnTo>
                  <a:pt x="0" y="237642"/>
                </a:lnTo>
                <a:lnTo>
                  <a:pt x="163854" y="0"/>
                </a:lnTo>
                <a:lnTo>
                  <a:pt x="335304" y="237642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736861" y="8746373"/>
            <a:ext cx="335915" cy="238125"/>
          </a:xfrm>
          <a:custGeom>
            <a:avLst/>
            <a:gdLst/>
            <a:ahLst/>
            <a:cxnLst/>
            <a:rect l="l" t="t" r="r" b="b"/>
            <a:pathLst>
              <a:path w="335915" h="238125">
                <a:moveTo>
                  <a:pt x="335304" y="237642"/>
                </a:moveTo>
                <a:lnTo>
                  <a:pt x="0" y="237642"/>
                </a:lnTo>
                <a:lnTo>
                  <a:pt x="163854" y="0"/>
                </a:lnTo>
                <a:lnTo>
                  <a:pt x="335304" y="237642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152465" y="8787447"/>
            <a:ext cx="135890" cy="196850"/>
          </a:xfrm>
          <a:custGeom>
            <a:avLst/>
            <a:gdLst/>
            <a:ahLst/>
            <a:cxnLst/>
            <a:rect l="l" t="t" r="r" b="b"/>
            <a:pathLst>
              <a:path w="135890" h="196850">
                <a:moveTo>
                  <a:pt x="135533" y="196568"/>
                </a:moveTo>
                <a:lnTo>
                  <a:pt x="0" y="196568"/>
                </a:lnTo>
                <a:lnTo>
                  <a:pt x="135533" y="0"/>
                </a:lnTo>
                <a:lnTo>
                  <a:pt x="135533" y="196568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324026" y="9064315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6809079" y="9064315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7280024" y="9064315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736861" y="9064315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152465" y="9105576"/>
            <a:ext cx="135890" cy="197485"/>
          </a:xfrm>
          <a:custGeom>
            <a:avLst/>
            <a:gdLst/>
            <a:ahLst/>
            <a:cxnLst/>
            <a:rect l="l" t="t" r="r" b="b"/>
            <a:pathLst>
              <a:path w="135890" h="197484">
                <a:moveTo>
                  <a:pt x="135533" y="197466"/>
                </a:moveTo>
                <a:lnTo>
                  <a:pt x="0" y="197466"/>
                </a:lnTo>
                <a:lnTo>
                  <a:pt x="135533" y="0"/>
                </a:lnTo>
                <a:lnTo>
                  <a:pt x="135533" y="197466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6324026" y="938334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6809079" y="938334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7280024" y="938334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7736861" y="938334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8152465" y="9424603"/>
            <a:ext cx="135890" cy="197485"/>
          </a:xfrm>
          <a:custGeom>
            <a:avLst/>
            <a:gdLst/>
            <a:ahLst/>
            <a:cxnLst/>
            <a:rect l="l" t="t" r="r" b="b"/>
            <a:pathLst>
              <a:path w="135890" h="197484">
                <a:moveTo>
                  <a:pt x="135533" y="197466"/>
                </a:moveTo>
                <a:lnTo>
                  <a:pt x="0" y="197466"/>
                </a:lnTo>
                <a:lnTo>
                  <a:pt x="135533" y="0"/>
                </a:lnTo>
                <a:lnTo>
                  <a:pt x="135533" y="197466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6324026" y="968826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6809079" y="968826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7280024" y="968826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7736861" y="968826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8152465" y="9729524"/>
            <a:ext cx="135890" cy="197485"/>
          </a:xfrm>
          <a:custGeom>
            <a:avLst/>
            <a:gdLst/>
            <a:ahLst/>
            <a:cxnLst/>
            <a:rect l="l" t="t" r="r" b="b"/>
            <a:pathLst>
              <a:path w="135890" h="197484">
                <a:moveTo>
                  <a:pt x="135533" y="197466"/>
                </a:moveTo>
                <a:lnTo>
                  <a:pt x="0" y="197466"/>
                </a:lnTo>
                <a:lnTo>
                  <a:pt x="135533" y="0"/>
                </a:lnTo>
                <a:lnTo>
                  <a:pt x="135533" y="197466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6324026" y="10020311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6809079" y="10020311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7280024" y="10020311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7736861" y="10020311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8152465" y="10061573"/>
            <a:ext cx="135890" cy="197485"/>
          </a:xfrm>
          <a:custGeom>
            <a:avLst/>
            <a:gdLst/>
            <a:ahLst/>
            <a:cxnLst/>
            <a:rect l="l" t="t" r="r" b="b"/>
            <a:pathLst>
              <a:path w="135890" h="197484">
                <a:moveTo>
                  <a:pt x="135533" y="197466"/>
                </a:moveTo>
                <a:lnTo>
                  <a:pt x="0" y="197466"/>
                </a:lnTo>
                <a:lnTo>
                  <a:pt x="135533" y="0"/>
                </a:lnTo>
                <a:lnTo>
                  <a:pt x="135533" y="197466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164" rIns="0" bIns="0" rtlCol="0">
            <a:spAutoFit/>
          </a:bodyPr>
          <a:lstStyle/>
          <a:p>
            <a:pPr marL="1086485">
              <a:lnSpc>
                <a:spcPct val="100000"/>
              </a:lnSpc>
              <a:spcBef>
                <a:spcPts val="140"/>
              </a:spcBef>
            </a:pPr>
            <a:r>
              <a:rPr sz="2750" spc="80" dirty="0"/>
              <a:t>Activities</a:t>
            </a:r>
            <a:r>
              <a:rPr sz="2750" spc="-5" dirty="0"/>
              <a:t> </a:t>
            </a:r>
            <a:r>
              <a:rPr sz="2750" spc="114" dirty="0"/>
              <a:t>Completed</a:t>
            </a:r>
            <a:endParaRPr sz="2750"/>
          </a:p>
        </p:txBody>
      </p:sp>
      <p:sp>
        <p:nvSpPr>
          <p:cNvPr id="41" name="object 41"/>
          <p:cNvSpPr txBox="1"/>
          <p:nvPr/>
        </p:nvSpPr>
        <p:spPr>
          <a:xfrm>
            <a:off x="3844654" y="4798758"/>
            <a:ext cx="247269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solidFill>
                  <a:srgbClr val="1B1B1B"/>
                </a:solidFill>
                <a:latin typeface="Tahoma"/>
                <a:cs typeface="Tahoma"/>
              </a:rPr>
              <a:t>Data</a:t>
            </a:r>
            <a:r>
              <a:rPr sz="1400" b="1" spc="12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1B1B1B"/>
                </a:solidFill>
                <a:latin typeface="Tahoma"/>
                <a:cs typeface="Tahoma"/>
              </a:rPr>
              <a:t>Centre</a:t>
            </a:r>
            <a:r>
              <a:rPr sz="1400" b="1" spc="13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400" b="1" spc="35" dirty="0">
                <a:solidFill>
                  <a:srgbClr val="1B1B1B"/>
                </a:solidFill>
                <a:latin typeface="Tahoma"/>
                <a:cs typeface="Tahoma"/>
              </a:rPr>
              <a:t>Documentary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198769" y="5260367"/>
            <a:ext cx="4118610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3840" algn="r">
              <a:lnSpc>
                <a:spcPct val="114599"/>
              </a:lnSpc>
              <a:spcBef>
                <a:spcPts val="100"/>
              </a:spcBef>
            </a:pPr>
            <a:r>
              <a:rPr sz="1200" dirty="0">
                <a:solidFill>
                  <a:srgbClr val="1B1B1B"/>
                </a:solidFill>
                <a:latin typeface="Lucida Sans Unicode"/>
                <a:cs typeface="Lucida Sans Unicode"/>
              </a:rPr>
              <a:t>Watched</a:t>
            </a:r>
            <a:r>
              <a:rPr sz="12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1B1B"/>
                </a:solidFill>
                <a:latin typeface="Lucida Sans Unicode"/>
                <a:cs typeface="Lucida Sans Unicode"/>
              </a:rPr>
              <a:t>a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documentary</a:t>
            </a:r>
            <a:r>
              <a:rPr sz="12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on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how </a:t>
            </a:r>
            <a:r>
              <a:rPr sz="12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data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centres</a:t>
            </a:r>
            <a:r>
              <a:rPr sz="12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operate, </a:t>
            </a:r>
            <a:r>
              <a:rPr sz="12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consume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energy,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impact</a:t>
            </a:r>
            <a:r>
              <a:rPr sz="12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the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environment.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Key</a:t>
            </a:r>
            <a:r>
              <a:rPr sz="12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insight: 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cooling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systems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account</a:t>
            </a:r>
            <a:r>
              <a:rPr sz="12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for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major</a:t>
            </a:r>
            <a:r>
              <a:rPr sz="12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electricity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use.</a:t>
            </a:r>
            <a:endParaRPr sz="1200">
              <a:latin typeface="Lucida Sans Unicode"/>
              <a:cs typeface="Lucida Sans Unicode"/>
            </a:endParaRPr>
          </a:p>
          <a:p>
            <a:pPr marR="5080" algn="r">
              <a:lnSpc>
                <a:spcPct val="100000"/>
              </a:lnSpc>
              <a:spcBef>
                <a:spcPts val="209"/>
              </a:spcBef>
            </a:pPr>
            <a:r>
              <a:rPr sz="12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[Insert</a:t>
            </a:r>
            <a:r>
              <a:rPr sz="12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Screenshot</a:t>
            </a:r>
            <a:r>
              <a:rPr sz="12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Here]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422875" y="7371656"/>
            <a:ext cx="289496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solidFill>
                  <a:srgbClr val="1B1B1B"/>
                </a:solidFill>
                <a:latin typeface="Tahoma"/>
                <a:cs typeface="Tahoma"/>
              </a:rPr>
              <a:t>Ecological</a:t>
            </a:r>
            <a:r>
              <a:rPr sz="1400" b="1" spc="28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1B1B1B"/>
                </a:solidFill>
                <a:latin typeface="Tahoma"/>
                <a:cs typeface="Tahoma"/>
              </a:rPr>
              <a:t>Footprint</a:t>
            </a:r>
            <a:r>
              <a:rPr sz="1400" b="1" spc="28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1B1B1B"/>
                </a:solidFill>
                <a:latin typeface="Tahoma"/>
                <a:cs typeface="Tahoma"/>
              </a:rPr>
              <a:t>Calculator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941892" y="7833265"/>
            <a:ext cx="4375785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6995" algn="r">
              <a:lnSpc>
                <a:spcPct val="114599"/>
              </a:lnSpc>
              <a:spcBef>
                <a:spcPts val="100"/>
              </a:spcBef>
            </a:pPr>
            <a:r>
              <a:rPr sz="12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Used</a:t>
            </a:r>
            <a:r>
              <a:rPr sz="12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an</a:t>
            </a:r>
            <a:r>
              <a:rPr sz="12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online</a:t>
            </a:r>
            <a:r>
              <a:rPr sz="12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tool</a:t>
            </a:r>
            <a:r>
              <a:rPr sz="12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to</a:t>
            </a:r>
            <a:r>
              <a:rPr sz="12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measure</a:t>
            </a:r>
            <a:r>
              <a:rPr sz="12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personal</a:t>
            </a:r>
            <a:r>
              <a:rPr sz="12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ecological</a:t>
            </a:r>
            <a:r>
              <a:rPr sz="12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footprint. </a:t>
            </a:r>
            <a:r>
              <a:rPr sz="12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Learned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how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daily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habits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contribute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to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resource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consumption</a:t>
            </a:r>
            <a:endParaRPr sz="1200">
              <a:latin typeface="Lucida Sans Unicode"/>
              <a:cs typeface="Lucida Sans Unicode"/>
            </a:endParaRPr>
          </a:p>
          <a:p>
            <a:pPr marL="2661285" marR="5080" indent="348615" algn="r">
              <a:lnSpc>
                <a:spcPct val="114599"/>
              </a:lnSpc>
            </a:pPr>
            <a:r>
              <a:rPr sz="12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2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carbon</a:t>
            </a:r>
            <a:r>
              <a:rPr sz="12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output. </a:t>
            </a:r>
            <a:r>
              <a:rPr sz="12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[Insert</a:t>
            </a:r>
            <a:r>
              <a:rPr sz="12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Screenshot</a:t>
            </a:r>
            <a:r>
              <a:rPr sz="12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 Here]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1970638" y="3570958"/>
            <a:ext cx="408559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solidFill>
                  <a:srgbClr val="1B1B1B"/>
                </a:solidFill>
                <a:latin typeface="Tahoma"/>
                <a:cs typeface="Tahoma"/>
              </a:rPr>
              <a:t>Carbon</a:t>
            </a:r>
            <a:r>
              <a:rPr sz="1400" b="1" spc="10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1B1B1B"/>
                </a:solidFill>
                <a:latin typeface="Tahoma"/>
                <a:cs typeface="Tahoma"/>
              </a:rPr>
              <a:t>Calculator</a:t>
            </a:r>
            <a:r>
              <a:rPr sz="1400" b="1" spc="10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400" b="1" spc="-90" dirty="0">
                <a:solidFill>
                  <a:srgbClr val="1B1B1B"/>
                </a:solidFill>
                <a:latin typeface="Tahoma"/>
                <a:cs typeface="Tahoma"/>
              </a:rPr>
              <a:t>&amp;</a:t>
            </a:r>
            <a:r>
              <a:rPr sz="1400" b="1" spc="10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400" b="1" spc="-45" dirty="0">
                <a:solidFill>
                  <a:srgbClr val="1B1B1B"/>
                </a:solidFill>
                <a:latin typeface="Tahoma"/>
                <a:cs typeface="Tahoma"/>
              </a:rPr>
              <a:t>MIT</a:t>
            </a:r>
            <a:r>
              <a:rPr sz="1400" b="1" spc="10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1B1B1B"/>
                </a:solidFill>
                <a:latin typeface="Tahoma"/>
                <a:cs typeface="Tahoma"/>
              </a:rPr>
              <a:t>Climate</a:t>
            </a:r>
            <a:r>
              <a:rPr sz="1400" b="1" spc="11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1B1B1B"/>
                </a:solidFill>
                <a:latin typeface="Tahoma"/>
                <a:cs typeface="Tahoma"/>
              </a:rPr>
              <a:t>Simulation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1970638" y="4032567"/>
            <a:ext cx="4249420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2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Calculated</a:t>
            </a:r>
            <a:r>
              <a:rPr sz="12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 personal </a:t>
            </a:r>
            <a:r>
              <a:rPr sz="12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carbon</a:t>
            </a:r>
            <a:r>
              <a:rPr sz="12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emissions </a:t>
            </a:r>
            <a:r>
              <a:rPr sz="12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and 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explored </a:t>
            </a:r>
            <a:r>
              <a:rPr sz="12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MIT</a:t>
            </a:r>
            <a:r>
              <a:rPr sz="12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En-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ROADS</a:t>
            </a:r>
            <a:r>
              <a:rPr sz="12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climate</a:t>
            </a:r>
            <a:r>
              <a:rPr sz="12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simulator</a:t>
            </a:r>
            <a:r>
              <a:rPr sz="12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to</a:t>
            </a:r>
            <a:r>
              <a:rPr sz="12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visualize </a:t>
            </a:r>
            <a:r>
              <a:rPr sz="12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how</a:t>
            </a:r>
            <a:r>
              <a:rPr sz="12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policy</a:t>
            </a:r>
            <a:r>
              <a:rPr sz="12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decisions affect</a:t>
            </a:r>
            <a:r>
              <a:rPr sz="12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global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warming</a:t>
            </a:r>
            <a:r>
              <a:rPr sz="12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scenarios.</a:t>
            </a:r>
            <a:endParaRPr sz="1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sz="12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[Insert</a:t>
            </a:r>
            <a:r>
              <a:rPr sz="12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Screenshot</a:t>
            </a:r>
            <a:r>
              <a:rPr sz="12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Here]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1970638" y="6143856"/>
            <a:ext cx="337121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70" dirty="0">
                <a:solidFill>
                  <a:srgbClr val="1B1B1B"/>
                </a:solidFill>
                <a:latin typeface="Tahoma"/>
                <a:cs typeface="Tahoma"/>
              </a:rPr>
              <a:t>NANDO</a:t>
            </a:r>
            <a:r>
              <a:rPr sz="1400" b="1" spc="4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400" b="1" spc="-45" dirty="0">
                <a:solidFill>
                  <a:srgbClr val="1B1B1B"/>
                </a:solidFill>
                <a:latin typeface="Tahoma"/>
                <a:cs typeface="Tahoma"/>
              </a:rPr>
              <a:t>AI</a:t>
            </a:r>
            <a:r>
              <a:rPr sz="1400" b="1" spc="4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1B1B1B"/>
                </a:solidFill>
                <a:latin typeface="Tahoma"/>
                <a:cs typeface="Tahoma"/>
              </a:rPr>
              <a:t>Smart</a:t>
            </a:r>
            <a:r>
              <a:rPr sz="1400" b="1" spc="5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1B1B1B"/>
                </a:solidFill>
                <a:latin typeface="Tahoma"/>
                <a:cs typeface="Tahoma"/>
              </a:rPr>
              <a:t>Bins</a:t>
            </a:r>
            <a:r>
              <a:rPr sz="1400" b="1" spc="4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400" b="1" spc="-90" dirty="0">
                <a:solidFill>
                  <a:srgbClr val="1B1B1B"/>
                </a:solidFill>
                <a:latin typeface="Tahoma"/>
                <a:cs typeface="Tahoma"/>
              </a:rPr>
              <a:t>&amp;</a:t>
            </a:r>
            <a:r>
              <a:rPr sz="1400" b="1" spc="4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1B1B1B"/>
                </a:solidFill>
                <a:latin typeface="Tahoma"/>
                <a:cs typeface="Tahoma"/>
              </a:rPr>
              <a:t>SCGJ</a:t>
            </a:r>
            <a:r>
              <a:rPr sz="1400" b="1" spc="5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1B1B1B"/>
                </a:solidFill>
                <a:latin typeface="Tahoma"/>
                <a:cs typeface="Tahoma"/>
              </a:rPr>
              <a:t>Portal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1970638" y="6605466"/>
            <a:ext cx="4413885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Explored</a:t>
            </a:r>
            <a:r>
              <a:rPr sz="12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NANDO </a:t>
            </a:r>
            <a:r>
              <a:rPr sz="12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AI</a:t>
            </a:r>
            <a:r>
              <a:rPr sz="12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automated</a:t>
            </a:r>
            <a:r>
              <a:rPr sz="12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waste</a:t>
            </a:r>
            <a:r>
              <a:rPr sz="12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sorting</a:t>
            </a:r>
            <a:r>
              <a:rPr sz="12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bins</a:t>
            </a:r>
            <a:r>
              <a:rPr sz="12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2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the</a:t>
            </a:r>
            <a:r>
              <a:rPr sz="12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Skill </a:t>
            </a:r>
            <a:r>
              <a:rPr sz="12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Council</a:t>
            </a:r>
            <a:r>
              <a:rPr sz="12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for</a:t>
            </a:r>
            <a:r>
              <a:rPr sz="12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Green</a:t>
            </a:r>
            <a:r>
              <a:rPr sz="12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1B1B"/>
                </a:solidFill>
                <a:latin typeface="Lucida Sans Unicode"/>
                <a:cs typeface="Lucida Sans Unicode"/>
              </a:rPr>
              <a:t>Jobs</a:t>
            </a:r>
            <a:r>
              <a:rPr sz="12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75" dirty="0">
                <a:solidFill>
                  <a:srgbClr val="1B1B1B"/>
                </a:solidFill>
                <a:latin typeface="Lucida Sans Unicode"/>
                <a:cs typeface="Lucida Sans Unicode"/>
              </a:rPr>
              <a:t>(SCGJ)</a:t>
            </a:r>
            <a:r>
              <a:rPr sz="12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 portal </a:t>
            </a:r>
            <a:r>
              <a:rPr sz="12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for</a:t>
            </a:r>
            <a:r>
              <a:rPr sz="12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green</a:t>
            </a:r>
            <a:r>
              <a:rPr sz="12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career opportunities.</a:t>
            </a:r>
            <a:endParaRPr sz="1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sz="12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[Insert</a:t>
            </a:r>
            <a:r>
              <a:rPr sz="12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Screenshot</a:t>
            </a:r>
            <a:r>
              <a:rPr sz="12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Here]</a:t>
            </a:r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02003" y="2956436"/>
            <a:ext cx="3294379" cy="6012180"/>
            <a:chOff x="3002003" y="2956436"/>
            <a:chExt cx="3294379" cy="6012180"/>
          </a:xfrm>
        </p:grpSpPr>
        <p:sp>
          <p:nvSpPr>
            <p:cNvPr id="3" name="object 3"/>
            <p:cNvSpPr/>
            <p:nvPr/>
          </p:nvSpPr>
          <p:spPr>
            <a:xfrm>
              <a:off x="3002003" y="3696517"/>
              <a:ext cx="3294379" cy="5272405"/>
            </a:xfrm>
            <a:custGeom>
              <a:avLst/>
              <a:gdLst/>
              <a:ahLst/>
              <a:cxnLst/>
              <a:rect l="l" t="t" r="r" b="b"/>
              <a:pathLst>
                <a:path w="3294379" h="5272405">
                  <a:moveTo>
                    <a:pt x="3294207" y="5271875"/>
                  </a:moveTo>
                  <a:lnTo>
                    <a:pt x="0" y="5271875"/>
                  </a:lnTo>
                  <a:lnTo>
                    <a:pt x="0" y="0"/>
                  </a:lnTo>
                  <a:lnTo>
                    <a:pt x="3294207" y="0"/>
                  </a:lnTo>
                  <a:lnTo>
                    <a:pt x="3294207" y="5271875"/>
                  </a:lnTo>
                  <a:close/>
                </a:path>
              </a:pathLst>
            </a:custGeom>
            <a:solidFill>
              <a:srgbClr val="679E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146044" y="3099320"/>
              <a:ext cx="3006090" cy="5677535"/>
            </a:xfrm>
            <a:custGeom>
              <a:avLst/>
              <a:gdLst/>
              <a:ahLst/>
              <a:cxnLst/>
              <a:rect l="l" t="t" r="r" b="b"/>
              <a:pathLst>
                <a:path w="3006090" h="5677534">
                  <a:moveTo>
                    <a:pt x="3005861" y="1375689"/>
                  </a:moveTo>
                  <a:lnTo>
                    <a:pt x="2281072" y="1142326"/>
                  </a:lnTo>
                  <a:lnTo>
                    <a:pt x="2293620" y="1108938"/>
                  </a:lnTo>
                  <a:lnTo>
                    <a:pt x="2307234" y="1065669"/>
                  </a:lnTo>
                  <a:lnTo>
                    <a:pt x="2318537" y="1021422"/>
                  </a:lnTo>
                  <a:lnTo>
                    <a:pt x="2327452" y="976274"/>
                  </a:lnTo>
                  <a:lnTo>
                    <a:pt x="2333904" y="930287"/>
                  </a:lnTo>
                  <a:lnTo>
                    <a:pt x="2337828" y="883539"/>
                  </a:lnTo>
                  <a:lnTo>
                    <a:pt x="2339149" y="836091"/>
                  </a:lnTo>
                  <a:lnTo>
                    <a:pt x="2337828" y="788644"/>
                  </a:lnTo>
                  <a:lnTo>
                    <a:pt x="2333904" y="741895"/>
                  </a:lnTo>
                  <a:lnTo>
                    <a:pt x="2327452" y="695909"/>
                  </a:lnTo>
                  <a:lnTo>
                    <a:pt x="2318537" y="650760"/>
                  </a:lnTo>
                  <a:lnTo>
                    <a:pt x="2307234" y="606513"/>
                  </a:lnTo>
                  <a:lnTo>
                    <a:pt x="2293620" y="563245"/>
                  </a:lnTo>
                  <a:lnTo>
                    <a:pt x="2277757" y="521030"/>
                  </a:lnTo>
                  <a:lnTo>
                    <a:pt x="2259711" y="479920"/>
                  </a:lnTo>
                  <a:lnTo>
                    <a:pt x="2239568" y="440016"/>
                  </a:lnTo>
                  <a:lnTo>
                    <a:pt x="2217382" y="401358"/>
                  </a:lnTo>
                  <a:lnTo>
                    <a:pt x="2193239" y="364032"/>
                  </a:lnTo>
                  <a:lnTo>
                    <a:pt x="2167191" y="328104"/>
                  </a:lnTo>
                  <a:lnTo>
                    <a:pt x="2139327" y="293649"/>
                  </a:lnTo>
                  <a:lnTo>
                    <a:pt x="2109711" y="260743"/>
                  </a:lnTo>
                  <a:lnTo>
                    <a:pt x="2078405" y="229438"/>
                  </a:lnTo>
                  <a:lnTo>
                    <a:pt x="2045500" y="199821"/>
                  </a:lnTo>
                  <a:lnTo>
                    <a:pt x="2011045" y="171958"/>
                  </a:lnTo>
                  <a:lnTo>
                    <a:pt x="1975116" y="145910"/>
                  </a:lnTo>
                  <a:lnTo>
                    <a:pt x="1937791" y="121767"/>
                  </a:lnTo>
                  <a:lnTo>
                    <a:pt x="1899132" y="99580"/>
                  </a:lnTo>
                  <a:lnTo>
                    <a:pt x="1859216" y="79438"/>
                  </a:lnTo>
                  <a:lnTo>
                    <a:pt x="1818119" y="61391"/>
                  </a:lnTo>
                  <a:lnTo>
                    <a:pt x="1775904" y="45529"/>
                  </a:lnTo>
                  <a:lnTo>
                    <a:pt x="1732635" y="31915"/>
                  </a:lnTo>
                  <a:lnTo>
                    <a:pt x="1688388" y="20612"/>
                  </a:lnTo>
                  <a:lnTo>
                    <a:pt x="1643240" y="11696"/>
                  </a:lnTo>
                  <a:lnTo>
                    <a:pt x="1597253" y="5245"/>
                  </a:lnTo>
                  <a:lnTo>
                    <a:pt x="1550504" y="1320"/>
                  </a:lnTo>
                  <a:lnTo>
                    <a:pt x="1503057" y="0"/>
                  </a:lnTo>
                  <a:lnTo>
                    <a:pt x="1455610" y="1320"/>
                  </a:lnTo>
                  <a:lnTo>
                    <a:pt x="1408861" y="5245"/>
                  </a:lnTo>
                  <a:lnTo>
                    <a:pt x="1362875" y="11696"/>
                  </a:lnTo>
                  <a:lnTo>
                    <a:pt x="1317726" y="20612"/>
                  </a:lnTo>
                  <a:lnTo>
                    <a:pt x="1273479" y="31915"/>
                  </a:lnTo>
                  <a:lnTo>
                    <a:pt x="1230210" y="45529"/>
                  </a:lnTo>
                  <a:lnTo>
                    <a:pt x="1187996" y="61391"/>
                  </a:lnTo>
                  <a:lnTo>
                    <a:pt x="1146886" y="79438"/>
                  </a:lnTo>
                  <a:lnTo>
                    <a:pt x="1106982" y="99580"/>
                  </a:lnTo>
                  <a:lnTo>
                    <a:pt x="1068324" y="121767"/>
                  </a:lnTo>
                  <a:lnTo>
                    <a:pt x="1030998" y="145910"/>
                  </a:lnTo>
                  <a:lnTo>
                    <a:pt x="995070" y="171958"/>
                  </a:lnTo>
                  <a:lnTo>
                    <a:pt x="960615" y="199821"/>
                  </a:lnTo>
                  <a:lnTo>
                    <a:pt x="927709" y="229438"/>
                  </a:lnTo>
                  <a:lnTo>
                    <a:pt x="896404" y="260743"/>
                  </a:lnTo>
                  <a:lnTo>
                    <a:pt x="866787" y="293649"/>
                  </a:lnTo>
                  <a:lnTo>
                    <a:pt x="838923" y="328104"/>
                  </a:lnTo>
                  <a:lnTo>
                    <a:pt x="812876" y="364032"/>
                  </a:lnTo>
                  <a:lnTo>
                    <a:pt x="788733" y="401358"/>
                  </a:lnTo>
                  <a:lnTo>
                    <a:pt x="766546" y="440016"/>
                  </a:lnTo>
                  <a:lnTo>
                    <a:pt x="746404" y="479920"/>
                  </a:lnTo>
                  <a:lnTo>
                    <a:pt x="728357" y="521030"/>
                  </a:lnTo>
                  <a:lnTo>
                    <a:pt x="712495" y="563245"/>
                  </a:lnTo>
                  <a:lnTo>
                    <a:pt x="698868" y="606513"/>
                  </a:lnTo>
                  <a:lnTo>
                    <a:pt x="687578" y="650760"/>
                  </a:lnTo>
                  <a:lnTo>
                    <a:pt x="678662" y="695909"/>
                  </a:lnTo>
                  <a:lnTo>
                    <a:pt x="672211" y="741895"/>
                  </a:lnTo>
                  <a:lnTo>
                    <a:pt x="668286" y="788644"/>
                  </a:lnTo>
                  <a:lnTo>
                    <a:pt x="666965" y="836091"/>
                  </a:lnTo>
                  <a:lnTo>
                    <a:pt x="668286" y="883539"/>
                  </a:lnTo>
                  <a:lnTo>
                    <a:pt x="672211" y="930287"/>
                  </a:lnTo>
                  <a:lnTo>
                    <a:pt x="678662" y="976274"/>
                  </a:lnTo>
                  <a:lnTo>
                    <a:pt x="687578" y="1021422"/>
                  </a:lnTo>
                  <a:lnTo>
                    <a:pt x="698868" y="1065669"/>
                  </a:lnTo>
                  <a:lnTo>
                    <a:pt x="712495" y="1108938"/>
                  </a:lnTo>
                  <a:lnTo>
                    <a:pt x="725004" y="1142263"/>
                  </a:lnTo>
                  <a:lnTo>
                    <a:pt x="0" y="1375689"/>
                  </a:lnTo>
                  <a:lnTo>
                    <a:pt x="0" y="5677179"/>
                  </a:lnTo>
                  <a:lnTo>
                    <a:pt x="3005861" y="5677179"/>
                  </a:lnTo>
                  <a:lnTo>
                    <a:pt x="3005861" y="1375689"/>
                  </a:lnTo>
                  <a:close/>
                </a:path>
              </a:pathLst>
            </a:custGeom>
            <a:solidFill>
              <a:srgbClr val="AED5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13012" y="3099311"/>
              <a:ext cx="1672589" cy="1672589"/>
            </a:xfrm>
            <a:custGeom>
              <a:avLst/>
              <a:gdLst/>
              <a:ahLst/>
              <a:cxnLst/>
              <a:rect l="l" t="t" r="r" b="b"/>
              <a:pathLst>
                <a:path w="1672589" h="1672589">
                  <a:moveTo>
                    <a:pt x="836041" y="0"/>
                  </a:moveTo>
                  <a:lnTo>
                    <a:pt x="788600" y="1323"/>
                  </a:lnTo>
                  <a:lnTo>
                    <a:pt x="741852" y="5246"/>
                  </a:lnTo>
                  <a:lnTo>
                    <a:pt x="695869" y="11699"/>
                  </a:lnTo>
                  <a:lnTo>
                    <a:pt x="650722" y="20610"/>
                  </a:lnTo>
                  <a:lnTo>
                    <a:pt x="606481" y="31910"/>
                  </a:lnTo>
                  <a:lnTo>
                    <a:pt x="563216" y="45527"/>
                  </a:lnTo>
                  <a:lnTo>
                    <a:pt x="520999" y="61391"/>
                  </a:lnTo>
                  <a:lnTo>
                    <a:pt x="479899" y="79431"/>
                  </a:lnTo>
                  <a:lnTo>
                    <a:pt x="439988" y="99578"/>
                  </a:lnTo>
                  <a:lnTo>
                    <a:pt x="401335" y="121759"/>
                  </a:lnTo>
                  <a:lnTo>
                    <a:pt x="364012" y="145906"/>
                  </a:lnTo>
                  <a:lnTo>
                    <a:pt x="328089" y="171946"/>
                  </a:lnTo>
                  <a:lnTo>
                    <a:pt x="293637" y="199810"/>
                  </a:lnTo>
                  <a:lnTo>
                    <a:pt x="260726" y="229427"/>
                  </a:lnTo>
                  <a:lnTo>
                    <a:pt x="229427" y="260726"/>
                  </a:lnTo>
                  <a:lnTo>
                    <a:pt x="199810" y="293637"/>
                  </a:lnTo>
                  <a:lnTo>
                    <a:pt x="171946" y="328089"/>
                  </a:lnTo>
                  <a:lnTo>
                    <a:pt x="145906" y="364012"/>
                  </a:lnTo>
                  <a:lnTo>
                    <a:pt x="121759" y="401335"/>
                  </a:lnTo>
                  <a:lnTo>
                    <a:pt x="99578" y="439988"/>
                  </a:lnTo>
                  <a:lnTo>
                    <a:pt x="79431" y="479899"/>
                  </a:lnTo>
                  <a:lnTo>
                    <a:pt x="61391" y="520999"/>
                  </a:lnTo>
                  <a:lnTo>
                    <a:pt x="45527" y="563216"/>
                  </a:lnTo>
                  <a:lnTo>
                    <a:pt x="31910" y="606481"/>
                  </a:lnTo>
                  <a:lnTo>
                    <a:pt x="20610" y="650722"/>
                  </a:lnTo>
                  <a:lnTo>
                    <a:pt x="11699" y="695869"/>
                  </a:lnTo>
                  <a:lnTo>
                    <a:pt x="5246" y="741852"/>
                  </a:lnTo>
                  <a:lnTo>
                    <a:pt x="1323" y="788600"/>
                  </a:lnTo>
                  <a:lnTo>
                    <a:pt x="0" y="836041"/>
                  </a:lnTo>
                  <a:lnTo>
                    <a:pt x="1323" y="883483"/>
                  </a:lnTo>
                  <a:lnTo>
                    <a:pt x="5246" y="930231"/>
                  </a:lnTo>
                  <a:lnTo>
                    <a:pt x="11699" y="976214"/>
                  </a:lnTo>
                  <a:lnTo>
                    <a:pt x="20610" y="1021361"/>
                  </a:lnTo>
                  <a:lnTo>
                    <a:pt x="31910" y="1065602"/>
                  </a:lnTo>
                  <a:lnTo>
                    <a:pt x="45527" y="1108867"/>
                  </a:lnTo>
                  <a:lnTo>
                    <a:pt x="61391" y="1151084"/>
                  </a:lnTo>
                  <a:lnTo>
                    <a:pt x="79431" y="1192184"/>
                  </a:lnTo>
                  <a:lnTo>
                    <a:pt x="99578" y="1232095"/>
                  </a:lnTo>
                  <a:lnTo>
                    <a:pt x="121759" y="1270748"/>
                  </a:lnTo>
                  <a:lnTo>
                    <a:pt x="145906" y="1308071"/>
                  </a:lnTo>
                  <a:lnTo>
                    <a:pt x="171946" y="1343993"/>
                  </a:lnTo>
                  <a:lnTo>
                    <a:pt x="199810" y="1378446"/>
                  </a:lnTo>
                  <a:lnTo>
                    <a:pt x="229427" y="1411357"/>
                  </a:lnTo>
                  <a:lnTo>
                    <a:pt x="260726" y="1442656"/>
                  </a:lnTo>
                  <a:lnTo>
                    <a:pt x="293637" y="1472273"/>
                  </a:lnTo>
                  <a:lnTo>
                    <a:pt x="328089" y="1500137"/>
                  </a:lnTo>
                  <a:lnTo>
                    <a:pt x="364012" y="1526177"/>
                  </a:lnTo>
                  <a:lnTo>
                    <a:pt x="401335" y="1550323"/>
                  </a:lnTo>
                  <a:lnTo>
                    <a:pt x="439988" y="1572505"/>
                  </a:lnTo>
                  <a:lnTo>
                    <a:pt x="479899" y="1592651"/>
                  </a:lnTo>
                  <a:lnTo>
                    <a:pt x="520999" y="1610692"/>
                  </a:lnTo>
                  <a:lnTo>
                    <a:pt x="563216" y="1626556"/>
                  </a:lnTo>
                  <a:lnTo>
                    <a:pt x="606481" y="1640173"/>
                  </a:lnTo>
                  <a:lnTo>
                    <a:pt x="650722" y="1651472"/>
                  </a:lnTo>
                  <a:lnTo>
                    <a:pt x="695869" y="1660384"/>
                  </a:lnTo>
                  <a:lnTo>
                    <a:pt x="741852" y="1666837"/>
                  </a:lnTo>
                  <a:lnTo>
                    <a:pt x="788600" y="1670760"/>
                  </a:lnTo>
                  <a:lnTo>
                    <a:pt x="836041" y="1672083"/>
                  </a:lnTo>
                  <a:lnTo>
                    <a:pt x="883483" y="1670760"/>
                  </a:lnTo>
                  <a:lnTo>
                    <a:pt x="930231" y="1666837"/>
                  </a:lnTo>
                  <a:lnTo>
                    <a:pt x="976214" y="1660384"/>
                  </a:lnTo>
                  <a:lnTo>
                    <a:pt x="1021361" y="1651472"/>
                  </a:lnTo>
                  <a:lnTo>
                    <a:pt x="1065602" y="1640173"/>
                  </a:lnTo>
                  <a:lnTo>
                    <a:pt x="1108867" y="1626556"/>
                  </a:lnTo>
                  <a:lnTo>
                    <a:pt x="1151084" y="1610692"/>
                  </a:lnTo>
                  <a:lnTo>
                    <a:pt x="1192184" y="1592651"/>
                  </a:lnTo>
                  <a:lnTo>
                    <a:pt x="1232095" y="1572505"/>
                  </a:lnTo>
                  <a:lnTo>
                    <a:pt x="1270748" y="1550323"/>
                  </a:lnTo>
                  <a:lnTo>
                    <a:pt x="1308071" y="1526177"/>
                  </a:lnTo>
                  <a:lnTo>
                    <a:pt x="1343993" y="1500137"/>
                  </a:lnTo>
                  <a:lnTo>
                    <a:pt x="1378446" y="1472273"/>
                  </a:lnTo>
                  <a:lnTo>
                    <a:pt x="1411357" y="1442656"/>
                  </a:lnTo>
                  <a:lnTo>
                    <a:pt x="1442656" y="1411357"/>
                  </a:lnTo>
                  <a:lnTo>
                    <a:pt x="1472273" y="1378446"/>
                  </a:lnTo>
                  <a:lnTo>
                    <a:pt x="1500137" y="1343993"/>
                  </a:lnTo>
                  <a:lnTo>
                    <a:pt x="1526177" y="1308071"/>
                  </a:lnTo>
                  <a:lnTo>
                    <a:pt x="1550323" y="1270748"/>
                  </a:lnTo>
                  <a:lnTo>
                    <a:pt x="1572505" y="1232095"/>
                  </a:lnTo>
                  <a:lnTo>
                    <a:pt x="1592651" y="1192184"/>
                  </a:lnTo>
                  <a:lnTo>
                    <a:pt x="1610692" y="1151084"/>
                  </a:lnTo>
                  <a:lnTo>
                    <a:pt x="1626556" y="1108867"/>
                  </a:lnTo>
                  <a:lnTo>
                    <a:pt x="1640173" y="1065602"/>
                  </a:lnTo>
                  <a:lnTo>
                    <a:pt x="1651472" y="1021361"/>
                  </a:lnTo>
                  <a:lnTo>
                    <a:pt x="1660384" y="976214"/>
                  </a:lnTo>
                  <a:lnTo>
                    <a:pt x="1666837" y="930231"/>
                  </a:lnTo>
                  <a:lnTo>
                    <a:pt x="1670760" y="883483"/>
                  </a:lnTo>
                  <a:lnTo>
                    <a:pt x="1672083" y="836041"/>
                  </a:lnTo>
                  <a:lnTo>
                    <a:pt x="1670760" y="788600"/>
                  </a:lnTo>
                  <a:lnTo>
                    <a:pt x="1666837" y="741852"/>
                  </a:lnTo>
                  <a:lnTo>
                    <a:pt x="1660384" y="695869"/>
                  </a:lnTo>
                  <a:lnTo>
                    <a:pt x="1651472" y="650722"/>
                  </a:lnTo>
                  <a:lnTo>
                    <a:pt x="1640173" y="606481"/>
                  </a:lnTo>
                  <a:lnTo>
                    <a:pt x="1626556" y="563216"/>
                  </a:lnTo>
                  <a:lnTo>
                    <a:pt x="1610692" y="520999"/>
                  </a:lnTo>
                  <a:lnTo>
                    <a:pt x="1592651" y="479899"/>
                  </a:lnTo>
                  <a:lnTo>
                    <a:pt x="1572505" y="439988"/>
                  </a:lnTo>
                  <a:lnTo>
                    <a:pt x="1550323" y="401335"/>
                  </a:lnTo>
                  <a:lnTo>
                    <a:pt x="1526177" y="364012"/>
                  </a:lnTo>
                  <a:lnTo>
                    <a:pt x="1500137" y="328089"/>
                  </a:lnTo>
                  <a:lnTo>
                    <a:pt x="1472273" y="293637"/>
                  </a:lnTo>
                  <a:lnTo>
                    <a:pt x="1442656" y="260726"/>
                  </a:lnTo>
                  <a:lnTo>
                    <a:pt x="1411357" y="229427"/>
                  </a:lnTo>
                  <a:lnTo>
                    <a:pt x="1378446" y="199810"/>
                  </a:lnTo>
                  <a:lnTo>
                    <a:pt x="1343993" y="171946"/>
                  </a:lnTo>
                  <a:lnTo>
                    <a:pt x="1308071" y="145906"/>
                  </a:lnTo>
                  <a:lnTo>
                    <a:pt x="1270748" y="121759"/>
                  </a:lnTo>
                  <a:lnTo>
                    <a:pt x="1232095" y="99578"/>
                  </a:lnTo>
                  <a:lnTo>
                    <a:pt x="1192184" y="79431"/>
                  </a:lnTo>
                  <a:lnTo>
                    <a:pt x="1151084" y="61391"/>
                  </a:lnTo>
                  <a:lnTo>
                    <a:pt x="1108867" y="45527"/>
                  </a:lnTo>
                  <a:lnTo>
                    <a:pt x="1065602" y="31910"/>
                  </a:lnTo>
                  <a:lnTo>
                    <a:pt x="1021361" y="20610"/>
                  </a:lnTo>
                  <a:lnTo>
                    <a:pt x="976214" y="11699"/>
                  </a:lnTo>
                  <a:lnTo>
                    <a:pt x="930231" y="5246"/>
                  </a:lnTo>
                  <a:lnTo>
                    <a:pt x="883483" y="1323"/>
                  </a:lnTo>
                  <a:lnTo>
                    <a:pt x="836041" y="0"/>
                  </a:lnTo>
                </a:path>
              </a:pathLst>
            </a:custGeom>
            <a:ln w="285749">
              <a:solidFill>
                <a:srgbClr val="679E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496895" y="2956436"/>
            <a:ext cx="3294379" cy="6012180"/>
            <a:chOff x="7496895" y="2956436"/>
            <a:chExt cx="3294379" cy="6012180"/>
          </a:xfrm>
        </p:grpSpPr>
        <p:sp>
          <p:nvSpPr>
            <p:cNvPr id="7" name="object 7"/>
            <p:cNvSpPr/>
            <p:nvPr/>
          </p:nvSpPr>
          <p:spPr>
            <a:xfrm>
              <a:off x="7496895" y="3696517"/>
              <a:ext cx="3294379" cy="5272405"/>
            </a:xfrm>
            <a:custGeom>
              <a:avLst/>
              <a:gdLst/>
              <a:ahLst/>
              <a:cxnLst/>
              <a:rect l="l" t="t" r="r" b="b"/>
              <a:pathLst>
                <a:path w="3294379" h="5272405">
                  <a:moveTo>
                    <a:pt x="3294208" y="5271875"/>
                  </a:moveTo>
                  <a:lnTo>
                    <a:pt x="0" y="5271875"/>
                  </a:lnTo>
                  <a:lnTo>
                    <a:pt x="0" y="0"/>
                  </a:lnTo>
                  <a:lnTo>
                    <a:pt x="3294208" y="0"/>
                  </a:lnTo>
                  <a:lnTo>
                    <a:pt x="3294208" y="5271875"/>
                  </a:lnTo>
                  <a:close/>
                </a:path>
              </a:pathLst>
            </a:custGeom>
            <a:solidFill>
              <a:srgbClr val="AED5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40930" y="3099320"/>
              <a:ext cx="3006090" cy="5677535"/>
            </a:xfrm>
            <a:custGeom>
              <a:avLst/>
              <a:gdLst/>
              <a:ahLst/>
              <a:cxnLst/>
              <a:rect l="l" t="t" r="r" b="b"/>
              <a:pathLst>
                <a:path w="3006090" h="5677534">
                  <a:moveTo>
                    <a:pt x="3005861" y="1375689"/>
                  </a:moveTo>
                  <a:lnTo>
                    <a:pt x="2281072" y="1142326"/>
                  </a:lnTo>
                  <a:lnTo>
                    <a:pt x="2293632" y="1108938"/>
                  </a:lnTo>
                  <a:lnTo>
                    <a:pt x="2307247" y="1065669"/>
                  </a:lnTo>
                  <a:lnTo>
                    <a:pt x="2318550" y="1021422"/>
                  </a:lnTo>
                  <a:lnTo>
                    <a:pt x="2327452" y="976274"/>
                  </a:lnTo>
                  <a:lnTo>
                    <a:pt x="2333917" y="930287"/>
                  </a:lnTo>
                  <a:lnTo>
                    <a:pt x="2337841" y="883539"/>
                  </a:lnTo>
                  <a:lnTo>
                    <a:pt x="2339162" y="836091"/>
                  </a:lnTo>
                  <a:lnTo>
                    <a:pt x="2337841" y="788644"/>
                  </a:lnTo>
                  <a:lnTo>
                    <a:pt x="2333917" y="741895"/>
                  </a:lnTo>
                  <a:lnTo>
                    <a:pt x="2327452" y="695909"/>
                  </a:lnTo>
                  <a:lnTo>
                    <a:pt x="2318550" y="650760"/>
                  </a:lnTo>
                  <a:lnTo>
                    <a:pt x="2307247" y="606513"/>
                  </a:lnTo>
                  <a:lnTo>
                    <a:pt x="2293632" y="563245"/>
                  </a:lnTo>
                  <a:lnTo>
                    <a:pt x="2277757" y="521030"/>
                  </a:lnTo>
                  <a:lnTo>
                    <a:pt x="2259723" y="479920"/>
                  </a:lnTo>
                  <a:lnTo>
                    <a:pt x="2239568" y="440016"/>
                  </a:lnTo>
                  <a:lnTo>
                    <a:pt x="2217394" y="401358"/>
                  </a:lnTo>
                  <a:lnTo>
                    <a:pt x="2193239" y="364032"/>
                  </a:lnTo>
                  <a:lnTo>
                    <a:pt x="2167204" y="328104"/>
                  </a:lnTo>
                  <a:lnTo>
                    <a:pt x="2139340" y="293649"/>
                  </a:lnTo>
                  <a:lnTo>
                    <a:pt x="2109724" y="260743"/>
                  </a:lnTo>
                  <a:lnTo>
                    <a:pt x="2078418" y="229438"/>
                  </a:lnTo>
                  <a:lnTo>
                    <a:pt x="2045500" y="199821"/>
                  </a:lnTo>
                  <a:lnTo>
                    <a:pt x="2011045" y="171958"/>
                  </a:lnTo>
                  <a:lnTo>
                    <a:pt x="1975129" y="145910"/>
                  </a:lnTo>
                  <a:lnTo>
                    <a:pt x="1937804" y="121767"/>
                  </a:lnTo>
                  <a:lnTo>
                    <a:pt x="1899145" y="99580"/>
                  </a:lnTo>
                  <a:lnTo>
                    <a:pt x="1859229" y="79438"/>
                  </a:lnTo>
                  <a:lnTo>
                    <a:pt x="1818132" y="61391"/>
                  </a:lnTo>
                  <a:lnTo>
                    <a:pt x="1775904" y="45529"/>
                  </a:lnTo>
                  <a:lnTo>
                    <a:pt x="1732635" y="31915"/>
                  </a:lnTo>
                  <a:lnTo>
                    <a:pt x="1688401" y="20612"/>
                  </a:lnTo>
                  <a:lnTo>
                    <a:pt x="1643240" y="11696"/>
                  </a:lnTo>
                  <a:lnTo>
                    <a:pt x="1597266" y="5245"/>
                  </a:lnTo>
                  <a:lnTo>
                    <a:pt x="1550504" y="1320"/>
                  </a:lnTo>
                  <a:lnTo>
                    <a:pt x="1503070" y="0"/>
                  </a:lnTo>
                  <a:lnTo>
                    <a:pt x="1455623" y="1320"/>
                  </a:lnTo>
                  <a:lnTo>
                    <a:pt x="1408874" y="5245"/>
                  </a:lnTo>
                  <a:lnTo>
                    <a:pt x="1362887" y="11696"/>
                  </a:lnTo>
                  <a:lnTo>
                    <a:pt x="1317739" y="20612"/>
                  </a:lnTo>
                  <a:lnTo>
                    <a:pt x="1273492" y="31915"/>
                  </a:lnTo>
                  <a:lnTo>
                    <a:pt x="1230223" y="45529"/>
                  </a:lnTo>
                  <a:lnTo>
                    <a:pt x="1187996" y="61391"/>
                  </a:lnTo>
                  <a:lnTo>
                    <a:pt x="1146898" y="79438"/>
                  </a:lnTo>
                  <a:lnTo>
                    <a:pt x="1106982" y="99580"/>
                  </a:lnTo>
                  <a:lnTo>
                    <a:pt x="1068336" y="121767"/>
                  </a:lnTo>
                  <a:lnTo>
                    <a:pt x="1031011" y="145910"/>
                  </a:lnTo>
                  <a:lnTo>
                    <a:pt x="995083" y="171958"/>
                  </a:lnTo>
                  <a:lnTo>
                    <a:pt x="960628" y="199821"/>
                  </a:lnTo>
                  <a:lnTo>
                    <a:pt x="927709" y="229438"/>
                  </a:lnTo>
                  <a:lnTo>
                    <a:pt x="896416" y="260743"/>
                  </a:lnTo>
                  <a:lnTo>
                    <a:pt x="866787" y="293649"/>
                  </a:lnTo>
                  <a:lnTo>
                    <a:pt x="838923" y="328104"/>
                  </a:lnTo>
                  <a:lnTo>
                    <a:pt x="812888" y="364032"/>
                  </a:lnTo>
                  <a:lnTo>
                    <a:pt x="788733" y="401358"/>
                  </a:lnTo>
                  <a:lnTo>
                    <a:pt x="766559" y="440016"/>
                  </a:lnTo>
                  <a:lnTo>
                    <a:pt x="746404" y="479920"/>
                  </a:lnTo>
                  <a:lnTo>
                    <a:pt x="728370" y="521030"/>
                  </a:lnTo>
                  <a:lnTo>
                    <a:pt x="712495" y="563245"/>
                  </a:lnTo>
                  <a:lnTo>
                    <a:pt x="698881" y="606513"/>
                  </a:lnTo>
                  <a:lnTo>
                    <a:pt x="687578" y="650760"/>
                  </a:lnTo>
                  <a:lnTo>
                    <a:pt x="678675" y="695909"/>
                  </a:lnTo>
                  <a:lnTo>
                    <a:pt x="672223" y="741895"/>
                  </a:lnTo>
                  <a:lnTo>
                    <a:pt x="668299" y="788644"/>
                  </a:lnTo>
                  <a:lnTo>
                    <a:pt x="666965" y="836091"/>
                  </a:lnTo>
                  <a:lnTo>
                    <a:pt x="668299" y="883539"/>
                  </a:lnTo>
                  <a:lnTo>
                    <a:pt x="672223" y="930287"/>
                  </a:lnTo>
                  <a:lnTo>
                    <a:pt x="678675" y="976274"/>
                  </a:lnTo>
                  <a:lnTo>
                    <a:pt x="687578" y="1021422"/>
                  </a:lnTo>
                  <a:lnTo>
                    <a:pt x="698881" y="1065669"/>
                  </a:lnTo>
                  <a:lnTo>
                    <a:pt x="712495" y="1108938"/>
                  </a:lnTo>
                  <a:lnTo>
                    <a:pt x="725017" y="1142250"/>
                  </a:lnTo>
                  <a:lnTo>
                    <a:pt x="0" y="1375689"/>
                  </a:lnTo>
                  <a:lnTo>
                    <a:pt x="0" y="5677179"/>
                  </a:lnTo>
                  <a:lnTo>
                    <a:pt x="3005861" y="5677179"/>
                  </a:lnTo>
                  <a:lnTo>
                    <a:pt x="3005861" y="1375689"/>
                  </a:lnTo>
                  <a:close/>
                </a:path>
              </a:pathLst>
            </a:custGeom>
            <a:solidFill>
              <a:srgbClr val="DBEC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307906" y="3099311"/>
              <a:ext cx="1672589" cy="1672589"/>
            </a:xfrm>
            <a:custGeom>
              <a:avLst/>
              <a:gdLst/>
              <a:ahLst/>
              <a:cxnLst/>
              <a:rect l="l" t="t" r="r" b="b"/>
              <a:pathLst>
                <a:path w="1672590" h="1672589">
                  <a:moveTo>
                    <a:pt x="836041" y="0"/>
                  </a:moveTo>
                  <a:lnTo>
                    <a:pt x="788600" y="1323"/>
                  </a:lnTo>
                  <a:lnTo>
                    <a:pt x="741852" y="5246"/>
                  </a:lnTo>
                  <a:lnTo>
                    <a:pt x="695869" y="11699"/>
                  </a:lnTo>
                  <a:lnTo>
                    <a:pt x="650722" y="20610"/>
                  </a:lnTo>
                  <a:lnTo>
                    <a:pt x="606481" y="31910"/>
                  </a:lnTo>
                  <a:lnTo>
                    <a:pt x="563216" y="45527"/>
                  </a:lnTo>
                  <a:lnTo>
                    <a:pt x="520999" y="61391"/>
                  </a:lnTo>
                  <a:lnTo>
                    <a:pt x="479899" y="79431"/>
                  </a:lnTo>
                  <a:lnTo>
                    <a:pt x="439988" y="99578"/>
                  </a:lnTo>
                  <a:lnTo>
                    <a:pt x="401335" y="121759"/>
                  </a:lnTo>
                  <a:lnTo>
                    <a:pt x="364012" y="145906"/>
                  </a:lnTo>
                  <a:lnTo>
                    <a:pt x="328089" y="171946"/>
                  </a:lnTo>
                  <a:lnTo>
                    <a:pt x="293637" y="199810"/>
                  </a:lnTo>
                  <a:lnTo>
                    <a:pt x="260726" y="229427"/>
                  </a:lnTo>
                  <a:lnTo>
                    <a:pt x="229427" y="260726"/>
                  </a:lnTo>
                  <a:lnTo>
                    <a:pt x="199810" y="293637"/>
                  </a:lnTo>
                  <a:lnTo>
                    <a:pt x="171946" y="328089"/>
                  </a:lnTo>
                  <a:lnTo>
                    <a:pt x="145906" y="364012"/>
                  </a:lnTo>
                  <a:lnTo>
                    <a:pt x="121759" y="401335"/>
                  </a:lnTo>
                  <a:lnTo>
                    <a:pt x="99578" y="439988"/>
                  </a:lnTo>
                  <a:lnTo>
                    <a:pt x="79431" y="479899"/>
                  </a:lnTo>
                  <a:lnTo>
                    <a:pt x="61391" y="520999"/>
                  </a:lnTo>
                  <a:lnTo>
                    <a:pt x="45527" y="563216"/>
                  </a:lnTo>
                  <a:lnTo>
                    <a:pt x="31910" y="606481"/>
                  </a:lnTo>
                  <a:lnTo>
                    <a:pt x="20610" y="650722"/>
                  </a:lnTo>
                  <a:lnTo>
                    <a:pt x="11699" y="695869"/>
                  </a:lnTo>
                  <a:lnTo>
                    <a:pt x="5246" y="741852"/>
                  </a:lnTo>
                  <a:lnTo>
                    <a:pt x="1323" y="788600"/>
                  </a:lnTo>
                  <a:lnTo>
                    <a:pt x="0" y="836041"/>
                  </a:lnTo>
                  <a:lnTo>
                    <a:pt x="1323" y="883483"/>
                  </a:lnTo>
                  <a:lnTo>
                    <a:pt x="5246" y="930231"/>
                  </a:lnTo>
                  <a:lnTo>
                    <a:pt x="11699" y="976214"/>
                  </a:lnTo>
                  <a:lnTo>
                    <a:pt x="20610" y="1021361"/>
                  </a:lnTo>
                  <a:lnTo>
                    <a:pt x="31910" y="1065602"/>
                  </a:lnTo>
                  <a:lnTo>
                    <a:pt x="45527" y="1108867"/>
                  </a:lnTo>
                  <a:lnTo>
                    <a:pt x="61391" y="1151084"/>
                  </a:lnTo>
                  <a:lnTo>
                    <a:pt x="79431" y="1192184"/>
                  </a:lnTo>
                  <a:lnTo>
                    <a:pt x="99578" y="1232095"/>
                  </a:lnTo>
                  <a:lnTo>
                    <a:pt x="121759" y="1270748"/>
                  </a:lnTo>
                  <a:lnTo>
                    <a:pt x="145906" y="1308071"/>
                  </a:lnTo>
                  <a:lnTo>
                    <a:pt x="171946" y="1343993"/>
                  </a:lnTo>
                  <a:lnTo>
                    <a:pt x="199810" y="1378446"/>
                  </a:lnTo>
                  <a:lnTo>
                    <a:pt x="229427" y="1411357"/>
                  </a:lnTo>
                  <a:lnTo>
                    <a:pt x="260726" y="1442656"/>
                  </a:lnTo>
                  <a:lnTo>
                    <a:pt x="293637" y="1472273"/>
                  </a:lnTo>
                  <a:lnTo>
                    <a:pt x="328089" y="1500137"/>
                  </a:lnTo>
                  <a:lnTo>
                    <a:pt x="364012" y="1526177"/>
                  </a:lnTo>
                  <a:lnTo>
                    <a:pt x="401335" y="1550323"/>
                  </a:lnTo>
                  <a:lnTo>
                    <a:pt x="439988" y="1572505"/>
                  </a:lnTo>
                  <a:lnTo>
                    <a:pt x="479899" y="1592651"/>
                  </a:lnTo>
                  <a:lnTo>
                    <a:pt x="520999" y="1610692"/>
                  </a:lnTo>
                  <a:lnTo>
                    <a:pt x="563216" y="1626556"/>
                  </a:lnTo>
                  <a:lnTo>
                    <a:pt x="606481" y="1640173"/>
                  </a:lnTo>
                  <a:lnTo>
                    <a:pt x="650722" y="1651472"/>
                  </a:lnTo>
                  <a:lnTo>
                    <a:pt x="695869" y="1660384"/>
                  </a:lnTo>
                  <a:lnTo>
                    <a:pt x="741852" y="1666837"/>
                  </a:lnTo>
                  <a:lnTo>
                    <a:pt x="788600" y="1670760"/>
                  </a:lnTo>
                  <a:lnTo>
                    <a:pt x="836041" y="1672083"/>
                  </a:lnTo>
                  <a:lnTo>
                    <a:pt x="883483" y="1670760"/>
                  </a:lnTo>
                  <a:lnTo>
                    <a:pt x="930231" y="1666837"/>
                  </a:lnTo>
                  <a:lnTo>
                    <a:pt x="976214" y="1660384"/>
                  </a:lnTo>
                  <a:lnTo>
                    <a:pt x="1021361" y="1651472"/>
                  </a:lnTo>
                  <a:lnTo>
                    <a:pt x="1065602" y="1640173"/>
                  </a:lnTo>
                  <a:lnTo>
                    <a:pt x="1108867" y="1626556"/>
                  </a:lnTo>
                  <a:lnTo>
                    <a:pt x="1151084" y="1610692"/>
                  </a:lnTo>
                  <a:lnTo>
                    <a:pt x="1192184" y="1592651"/>
                  </a:lnTo>
                  <a:lnTo>
                    <a:pt x="1232095" y="1572505"/>
                  </a:lnTo>
                  <a:lnTo>
                    <a:pt x="1270748" y="1550323"/>
                  </a:lnTo>
                  <a:lnTo>
                    <a:pt x="1308071" y="1526177"/>
                  </a:lnTo>
                  <a:lnTo>
                    <a:pt x="1343993" y="1500137"/>
                  </a:lnTo>
                  <a:lnTo>
                    <a:pt x="1378446" y="1472273"/>
                  </a:lnTo>
                  <a:lnTo>
                    <a:pt x="1411357" y="1442656"/>
                  </a:lnTo>
                  <a:lnTo>
                    <a:pt x="1442656" y="1411357"/>
                  </a:lnTo>
                  <a:lnTo>
                    <a:pt x="1472273" y="1378446"/>
                  </a:lnTo>
                  <a:lnTo>
                    <a:pt x="1500137" y="1343993"/>
                  </a:lnTo>
                  <a:lnTo>
                    <a:pt x="1526177" y="1308071"/>
                  </a:lnTo>
                  <a:lnTo>
                    <a:pt x="1550323" y="1270748"/>
                  </a:lnTo>
                  <a:lnTo>
                    <a:pt x="1572505" y="1232095"/>
                  </a:lnTo>
                  <a:lnTo>
                    <a:pt x="1592651" y="1192184"/>
                  </a:lnTo>
                  <a:lnTo>
                    <a:pt x="1610692" y="1151084"/>
                  </a:lnTo>
                  <a:lnTo>
                    <a:pt x="1626556" y="1108867"/>
                  </a:lnTo>
                  <a:lnTo>
                    <a:pt x="1640173" y="1065602"/>
                  </a:lnTo>
                  <a:lnTo>
                    <a:pt x="1651472" y="1021361"/>
                  </a:lnTo>
                  <a:lnTo>
                    <a:pt x="1660384" y="976214"/>
                  </a:lnTo>
                  <a:lnTo>
                    <a:pt x="1666837" y="930231"/>
                  </a:lnTo>
                  <a:lnTo>
                    <a:pt x="1670760" y="883483"/>
                  </a:lnTo>
                  <a:lnTo>
                    <a:pt x="1672083" y="836041"/>
                  </a:lnTo>
                  <a:lnTo>
                    <a:pt x="1670760" y="788600"/>
                  </a:lnTo>
                  <a:lnTo>
                    <a:pt x="1666837" y="741852"/>
                  </a:lnTo>
                  <a:lnTo>
                    <a:pt x="1660384" y="695869"/>
                  </a:lnTo>
                  <a:lnTo>
                    <a:pt x="1651472" y="650722"/>
                  </a:lnTo>
                  <a:lnTo>
                    <a:pt x="1640173" y="606481"/>
                  </a:lnTo>
                  <a:lnTo>
                    <a:pt x="1626556" y="563216"/>
                  </a:lnTo>
                  <a:lnTo>
                    <a:pt x="1610692" y="520999"/>
                  </a:lnTo>
                  <a:lnTo>
                    <a:pt x="1592651" y="479899"/>
                  </a:lnTo>
                  <a:lnTo>
                    <a:pt x="1572505" y="439988"/>
                  </a:lnTo>
                  <a:lnTo>
                    <a:pt x="1550323" y="401335"/>
                  </a:lnTo>
                  <a:lnTo>
                    <a:pt x="1526177" y="364012"/>
                  </a:lnTo>
                  <a:lnTo>
                    <a:pt x="1500137" y="328089"/>
                  </a:lnTo>
                  <a:lnTo>
                    <a:pt x="1472273" y="293637"/>
                  </a:lnTo>
                  <a:lnTo>
                    <a:pt x="1442656" y="260726"/>
                  </a:lnTo>
                  <a:lnTo>
                    <a:pt x="1411357" y="229427"/>
                  </a:lnTo>
                  <a:lnTo>
                    <a:pt x="1378446" y="199810"/>
                  </a:lnTo>
                  <a:lnTo>
                    <a:pt x="1343993" y="171946"/>
                  </a:lnTo>
                  <a:lnTo>
                    <a:pt x="1308071" y="145906"/>
                  </a:lnTo>
                  <a:lnTo>
                    <a:pt x="1270748" y="121759"/>
                  </a:lnTo>
                  <a:lnTo>
                    <a:pt x="1232095" y="99578"/>
                  </a:lnTo>
                  <a:lnTo>
                    <a:pt x="1192184" y="79431"/>
                  </a:lnTo>
                  <a:lnTo>
                    <a:pt x="1151084" y="61391"/>
                  </a:lnTo>
                  <a:lnTo>
                    <a:pt x="1108867" y="45527"/>
                  </a:lnTo>
                  <a:lnTo>
                    <a:pt x="1065602" y="31910"/>
                  </a:lnTo>
                  <a:lnTo>
                    <a:pt x="1021361" y="20610"/>
                  </a:lnTo>
                  <a:lnTo>
                    <a:pt x="976214" y="11699"/>
                  </a:lnTo>
                  <a:lnTo>
                    <a:pt x="930231" y="5246"/>
                  </a:lnTo>
                  <a:lnTo>
                    <a:pt x="883483" y="1323"/>
                  </a:lnTo>
                  <a:lnTo>
                    <a:pt x="836041" y="0"/>
                  </a:lnTo>
                </a:path>
              </a:pathLst>
            </a:custGeom>
            <a:ln w="285749">
              <a:solidFill>
                <a:srgbClr val="AED5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1991253" y="2956436"/>
            <a:ext cx="3294379" cy="6012180"/>
            <a:chOff x="11991253" y="2956436"/>
            <a:chExt cx="3294379" cy="6012180"/>
          </a:xfrm>
        </p:grpSpPr>
        <p:sp>
          <p:nvSpPr>
            <p:cNvPr id="11" name="object 11"/>
            <p:cNvSpPr/>
            <p:nvPr/>
          </p:nvSpPr>
          <p:spPr>
            <a:xfrm>
              <a:off x="11991253" y="3696517"/>
              <a:ext cx="3294379" cy="5272405"/>
            </a:xfrm>
            <a:custGeom>
              <a:avLst/>
              <a:gdLst/>
              <a:ahLst/>
              <a:cxnLst/>
              <a:rect l="l" t="t" r="r" b="b"/>
              <a:pathLst>
                <a:path w="3294380" h="5272405">
                  <a:moveTo>
                    <a:pt x="3294208" y="5271875"/>
                  </a:moveTo>
                  <a:lnTo>
                    <a:pt x="0" y="5271875"/>
                  </a:lnTo>
                  <a:lnTo>
                    <a:pt x="0" y="0"/>
                  </a:lnTo>
                  <a:lnTo>
                    <a:pt x="3294208" y="0"/>
                  </a:lnTo>
                  <a:lnTo>
                    <a:pt x="3294208" y="5271875"/>
                  </a:lnTo>
                  <a:close/>
                </a:path>
              </a:pathLst>
            </a:custGeom>
            <a:solidFill>
              <a:srgbClr val="DBEC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135294" y="3099320"/>
              <a:ext cx="3006090" cy="5677535"/>
            </a:xfrm>
            <a:custGeom>
              <a:avLst/>
              <a:gdLst/>
              <a:ahLst/>
              <a:cxnLst/>
              <a:rect l="l" t="t" r="r" b="b"/>
              <a:pathLst>
                <a:path w="3006090" h="5677534">
                  <a:moveTo>
                    <a:pt x="3005861" y="1375689"/>
                  </a:moveTo>
                  <a:lnTo>
                    <a:pt x="2281072" y="1142326"/>
                  </a:lnTo>
                  <a:lnTo>
                    <a:pt x="2293620" y="1108938"/>
                  </a:lnTo>
                  <a:lnTo>
                    <a:pt x="2307234" y="1065669"/>
                  </a:lnTo>
                  <a:lnTo>
                    <a:pt x="2318537" y="1021422"/>
                  </a:lnTo>
                  <a:lnTo>
                    <a:pt x="2327452" y="976274"/>
                  </a:lnTo>
                  <a:lnTo>
                    <a:pt x="2333904" y="930287"/>
                  </a:lnTo>
                  <a:lnTo>
                    <a:pt x="2337828" y="883539"/>
                  </a:lnTo>
                  <a:lnTo>
                    <a:pt x="2339149" y="836091"/>
                  </a:lnTo>
                  <a:lnTo>
                    <a:pt x="2337828" y="788644"/>
                  </a:lnTo>
                  <a:lnTo>
                    <a:pt x="2333904" y="741895"/>
                  </a:lnTo>
                  <a:lnTo>
                    <a:pt x="2327452" y="695909"/>
                  </a:lnTo>
                  <a:lnTo>
                    <a:pt x="2318537" y="650760"/>
                  </a:lnTo>
                  <a:lnTo>
                    <a:pt x="2307234" y="606513"/>
                  </a:lnTo>
                  <a:lnTo>
                    <a:pt x="2293620" y="563245"/>
                  </a:lnTo>
                  <a:lnTo>
                    <a:pt x="2277757" y="521030"/>
                  </a:lnTo>
                  <a:lnTo>
                    <a:pt x="2259711" y="479920"/>
                  </a:lnTo>
                  <a:lnTo>
                    <a:pt x="2239568" y="440016"/>
                  </a:lnTo>
                  <a:lnTo>
                    <a:pt x="2217382" y="401358"/>
                  </a:lnTo>
                  <a:lnTo>
                    <a:pt x="2193239" y="364032"/>
                  </a:lnTo>
                  <a:lnTo>
                    <a:pt x="2167191" y="328104"/>
                  </a:lnTo>
                  <a:lnTo>
                    <a:pt x="2139327" y="293649"/>
                  </a:lnTo>
                  <a:lnTo>
                    <a:pt x="2109711" y="260743"/>
                  </a:lnTo>
                  <a:lnTo>
                    <a:pt x="2078405" y="229438"/>
                  </a:lnTo>
                  <a:lnTo>
                    <a:pt x="2045500" y="199821"/>
                  </a:lnTo>
                  <a:lnTo>
                    <a:pt x="2011045" y="171958"/>
                  </a:lnTo>
                  <a:lnTo>
                    <a:pt x="1975116" y="145910"/>
                  </a:lnTo>
                  <a:lnTo>
                    <a:pt x="1937791" y="121767"/>
                  </a:lnTo>
                  <a:lnTo>
                    <a:pt x="1899132" y="99580"/>
                  </a:lnTo>
                  <a:lnTo>
                    <a:pt x="1859216" y="79438"/>
                  </a:lnTo>
                  <a:lnTo>
                    <a:pt x="1818119" y="61391"/>
                  </a:lnTo>
                  <a:lnTo>
                    <a:pt x="1775904" y="45529"/>
                  </a:lnTo>
                  <a:lnTo>
                    <a:pt x="1732635" y="31915"/>
                  </a:lnTo>
                  <a:lnTo>
                    <a:pt x="1688388" y="20612"/>
                  </a:lnTo>
                  <a:lnTo>
                    <a:pt x="1643240" y="11696"/>
                  </a:lnTo>
                  <a:lnTo>
                    <a:pt x="1597253" y="5245"/>
                  </a:lnTo>
                  <a:lnTo>
                    <a:pt x="1550504" y="1320"/>
                  </a:lnTo>
                  <a:lnTo>
                    <a:pt x="1503057" y="0"/>
                  </a:lnTo>
                  <a:lnTo>
                    <a:pt x="1455610" y="1320"/>
                  </a:lnTo>
                  <a:lnTo>
                    <a:pt x="1408861" y="5245"/>
                  </a:lnTo>
                  <a:lnTo>
                    <a:pt x="1362875" y="11696"/>
                  </a:lnTo>
                  <a:lnTo>
                    <a:pt x="1317726" y="20612"/>
                  </a:lnTo>
                  <a:lnTo>
                    <a:pt x="1273479" y="31915"/>
                  </a:lnTo>
                  <a:lnTo>
                    <a:pt x="1230210" y="45529"/>
                  </a:lnTo>
                  <a:lnTo>
                    <a:pt x="1187996" y="61391"/>
                  </a:lnTo>
                  <a:lnTo>
                    <a:pt x="1146886" y="79438"/>
                  </a:lnTo>
                  <a:lnTo>
                    <a:pt x="1106982" y="99580"/>
                  </a:lnTo>
                  <a:lnTo>
                    <a:pt x="1068324" y="121767"/>
                  </a:lnTo>
                  <a:lnTo>
                    <a:pt x="1030998" y="145910"/>
                  </a:lnTo>
                  <a:lnTo>
                    <a:pt x="995070" y="171958"/>
                  </a:lnTo>
                  <a:lnTo>
                    <a:pt x="960615" y="199821"/>
                  </a:lnTo>
                  <a:lnTo>
                    <a:pt x="927709" y="229438"/>
                  </a:lnTo>
                  <a:lnTo>
                    <a:pt x="896404" y="260743"/>
                  </a:lnTo>
                  <a:lnTo>
                    <a:pt x="866787" y="293649"/>
                  </a:lnTo>
                  <a:lnTo>
                    <a:pt x="838923" y="328104"/>
                  </a:lnTo>
                  <a:lnTo>
                    <a:pt x="812876" y="364032"/>
                  </a:lnTo>
                  <a:lnTo>
                    <a:pt x="788733" y="401358"/>
                  </a:lnTo>
                  <a:lnTo>
                    <a:pt x="766546" y="440016"/>
                  </a:lnTo>
                  <a:lnTo>
                    <a:pt x="746404" y="479920"/>
                  </a:lnTo>
                  <a:lnTo>
                    <a:pt x="728357" y="521030"/>
                  </a:lnTo>
                  <a:lnTo>
                    <a:pt x="712495" y="563245"/>
                  </a:lnTo>
                  <a:lnTo>
                    <a:pt x="698881" y="606513"/>
                  </a:lnTo>
                  <a:lnTo>
                    <a:pt x="687578" y="650760"/>
                  </a:lnTo>
                  <a:lnTo>
                    <a:pt x="678662" y="695909"/>
                  </a:lnTo>
                  <a:lnTo>
                    <a:pt x="672211" y="741895"/>
                  </a:lnTo>
                  <a:lnTo>
                    <a:pt x="668286" y="788644"/>
                  </a:lnTo>
                  <a:lnTo>
                    <a:pt x="666965" y="836091"/>
                  </a:lnTo>
                  <a:lnTo>
                    <a:pt x="668286" y="883539"/>
                  </a:lnTo>
                  <a:lnTo>
                    <a:pt x="672211" y="930287"/>
                  </a:lnTo>
                  <a:lnTo>
                    <a:pt x="678662" y="976274"/>
                  </a:lnTo>
                  <a:lnTo>
                    <a:pt x="687578" y="1021422"/>
                  </a:lnTo>
                  <a:lnTo>
                    <a:pt x="698881" y="1065669"/>
                  </a:lnTo>
                  <a:lnTo>
                    <a:pt x="712495" y="1108938"/>
                  </a:lnTo>
                  <a:lnTo>
                    <a:pt x="725004" y="1142263"/>
                  </a:lnTo>
                  <a:lnTo>
                    <a:pt x="0" y="1375689"/>
                  </a:lnTo>
                  <a:lnTo>
                    <a:pt x="0" y="5677179"/>
                  </a:lnTo>
                  <a:lnTo>
                    <a:pt x="3005861" y="5677179"/>
                  </a:lnTo>
                  <a:lnTo>
                    <a:pt x="3005861" y="1375689"/>
                  </a:lnTo>
                  <a:close/>
                </a:path>
              </a:pathLst>
            </a:custGeom>
            <a:solidFill>
              <a:srgbClr val="AED5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802263" y="3099311"/>
              <a:ext cx="1672589" cy="1672589"/>
            </a:xfrm>
            <a:custGeom>
              <a:avLst/>
              <a:gdLst/>
              <a:ahLst/>
              <a:cxnLst/>
              <a:rect l="l" t="t" r="r" b="b"/>
              <a:pathLst>
                <a:path w="1672590" h="1672589">
                  <a:moveTo>
                    <a:pt x="836041" y="0"/>
                  </a:moveTo>
                  <a:lnTo>
                    <a:pt x="788600" y="1323"/>
                  </a:lnTo>
                  <a:lnTo>
                    <a:pt x="741852" y="5246"/>
                  </a:lnTo>
                  <a:lnTo>
                    <a:pt x="695869" y="11699"/>
                  </a:lnTo>
                  <a:lnTo>
                    <a:pt x="650722" y="20610"/>
                  </a:lnTo>
                  <a:lnTo>
                    <a:pt x="606481" y="31910"/>
                  </a:lnTo>
                  <a:lnTo>
                    <a:pt x="563216" y="45527"/>
                  </a:lnTo>
                  <a:lnTo>
                    <a:pt x="520999" y="61391"/>
                  </a:lnTo>
                  <a:lnTo>
                    <a:pt x="479899" y="79431"/>
                  </a:lnTo>
                  <a:lnTo>
                    <a:pt x="439988" y="99578"/>
                  </a:lnTo>
                  <a:lnTo>
                    <a:pt x="401335" y="121759"/>
                  </a:lnTo>
                  <a:lnTo>
                    <a:pt x="364012" y="145906"/>
                  </a:lnTo>
                  <a:lnTo>
                    <a:pt x="328089" y="171946"/>
                  </a:lnTo>
                  <a:lnTo>
                    <a:pt x="293637" y="199810"/>
                  </a:lnTo>
                  <a:lnTo>
                    <a:pt x="260726" y="229427"/>
                  </a:lnTo>
                  <a:lnTo>
                    <a:pt x="229427" y="260726"/>
                  </a:lnTo>
                  <a:lnTo>
                    <a:pt x="199810" y="293637"/>
                  </a:lnTo>
                  <a:lnTo>
                    <a:pt x="171946" y="328089"/>
                  </a:lnTo>
                  <a:lnTo>
                    <a:pt x="145906" y="364012"/>
                  </a:lnTo>
                  <a:lnTo>
                    <a:pt x="121759" y="401335"/>
                  </a:lnTo>
                  <a:lnTo>
                    <a:pt x="99578" y="439988"/>
                  </a:lnTo>
                  <a:lnTo>
                    <a:pt x="79431" y="479899"/>
                  </a:lnTo>
                  <a:lnTo>
                    <a:pt x="61391" y="520999"/>
                  </a:lnTo>
                  <a:lnTo>
                    <a:pt x="45527" y="563216"/>
                  </a:lnTo>
                  <a:lnTo>
                    <a:pt x="31910" y="606481"/>
                  </a:lnTo>
                  <a:lnTo>
                    <a:pt x="20610" y="650722"/>
                  </a:lnTo>
                  <a:lnTo>
                    <a:pt x="11699" y="695869"/>
                  </a:lnTo>
                  <a:lnTo>
                    <a:pt x="5246" y="741852"/>
                  </a:lnTo>
                  <a:lnTo>
                    <a:pt x="1323" y="788600"/>
                  </a:lnTo>
                  <a:lnTo>
                    <a:pt x="0" y="836041"/>
                  </a:lnTo>
                  <a:lnTo>
                    <a:pt x="1323" y="883483"/>
                  </a:lnTo>
                  <a:lnTo>
                    <a:pt x="5246" y="930231"/>
                  </a:lnTo>
                  <a:lnTo>
                    <a:pt x="11699" y="976214"/>
                  </a:lnTo>
                  <a:lnTo>
                    <a:pt x="20610" y="1021361"/>
                  </a:lnTo>
                  <a:lnTo>
                    <a:pt x="31910" y="1065602"/>
                  </a:lnTo>
                  <a:lnTo>
                    <a:pt x="45527" y="1108867"/>
                  </a:lnTo>
                  <a:lnTo>
                    <a:pt x="61391" y="1151084"/>
                  </a:lnTo>
                  <a:lnTo>
                    <a:pt x="79431" y="1192184"/>
                  </a:lnTo>
                  <a:lnTo>
                    <a:pt x="99578" y="1232095"/>
                  </a:lnTo>
                  <a:lnTo>
                    <a:pt x="121759" y="1270748"/>
                  </a:lnTo>
                  <a:lnTo>
                    <a:pt x="145906" y="1308071"/>
                  </a:lnTo>
                  <a:lnTo>
                    <a:pt x="171946" y="1343993"/>
                  </a:lnTo>
                  <a:lnTo>
                    <a:pt x="199810" y="1378446"/>
                  </a:lnTo>
                  <a:lnTo>
                    <a:pt x="229427" y="1411357"/>
                  </a:lnTo>
                  <a:lnTo>
                    <a:pt x="260726" y="1442656"/>
                  </a:lnTo>
                  <a:lnTo>
                    <a:pt x="293637" y="1472273"/>
                  </a:lnTo>
                  <a:lnTo>
                    <a:pt x="328089" y="1500137"/>
                  </a:lnTo>
                  <a:lnTo>
                    <a:pt x="364012" y="1526177"/>
                  </a:lnTo>
                  <a:lnTo>
                    <a:pt x="401335" y="1550323"/>
                  </a:lnTo>
                  <a:lnTo>
                    <a:pt x="439988" y="1572505"/>
                  </a:lnTo>
                  <a:lnTo>
                    <a:pt x="479899" y="1592651"/>
                  </a:lnTo>
                  <a:lnTo>
                    <a:pt x="520999" y="1610692"/>
                  </a:lnTo>
                  <a:lnTo>
                    <a:pt x="563216" y="1626556"/>
                  </a:lnTo>
                  <a:lnTo>
                    <a:pt x="606481" y="1640173"/>
                  </a:lnTo>
                  <a:lnTo>
                    <a:pt x="650722" y="1651472"/>
                  </a:lnTo>
                  <a:lnTo>
                    <a:pt x="695869" y="1660384"/>
                  </a:lnTo>
                  <a:lnTo>
                    <a:pt x="741852" y="1666837"/>
                  </a:lnTo>
                  <a:lnTo>
                    <a:pt x="788600" y="1670760"/>
                  </a:lnTo>
                  <a:lnTo>
                    <a:pt x="836041" y="1672083"/>
                  </a:lnTo>
                  <a:lnTo>
                    <a:pt x="883483" y="1670760"/>
                  </a:lnTo>
                  <a:lnTo>
                    <a:pt x="930231" y="1666837"/>
                  </a:lnTo>
                  <a:lnTo>
                    <a:pt x="976214" y="1660384"/>
                  </a:lnTo>
                  <a:lnTo>
                    <a:pt x="1021361" y="1651472"/>
                  </a:lnTo>
                  <a:lnTo>
                    <a:pt x="1065602" y="1640173"/>
                  </a:lnTo>
                  <a:lnTo>
                    <a:pt x="1108867" y="1626556"/>
                  </a:lnTo>
                  <a:lnTo>
                    <a:pt x="1151084" y="1610692"/>
                  </a:lnTo>
                  <a:lnTo>
                    <a:pt x="1192184" y="1592651"/>
                  </a:lnTo>
                  <a:lnTo>
                    <a:pt x="1232095" y="1572505"/>
                  </a:lnTo>
                  <a:lnTo>
                    <a:pt x="1270748" y="1550323"/>
                  </a:lnTo>
                  <a:lnTo>
                    <a:pt x="1308071" y="1526177"/>
                  </a:lnTo>
                  <a:lnTo>
                    <a:pt x="1343993" y="1500137"/>
                  </a:lnTo>
                  <a:lnTo>
                    <a:pt x="1378446" y="1472273"/>
                  </a:lnTo>
                  <a:lnTo>
                    <a:pt x="1411357" y="1442656"/>
                  </a:lnTo>
                  <a:lnTo>
                    <a:pt x="1442656" y="1411357"/>
                  </a:lnTo>
                  <a:lnTo>
                    <a:pt x="1472273" y="1378446"/>
                  </a:lnTo>
                  <a:lnTo>
                    <a:pt x="1500137" y="1343993"/>
                  </a:lnTo>
                  <a:lnTo>
                    <a:pt x="1526177" y="1308071"/>
                  </a:lnTo>
                  <a:lnTo>
                    <a:pt x="1550323" y="1270748"/>
                  </a:lnTo>
                  <a:lnTo>
                    <a:pt x="1572505" y="1232095"/>
                  </a:lnTo>
                  <a:lnTo>
                    <a:pt x="1592651" y="1192184"/>
                  </a:lnTo>
                  <a:lnTo>
                    <a:pt x="1610692" y="1151084"/>
                  </a:lnTo>
                  <a:lnTo>
                    <a:pt x="1626556" y="1108867"/>
                  </a:lnTo>
                  <a:lnTo>
                    <a:pt x="1640173" y="1065602"/>
                  </a:lnTo>
                  <a:lnTo>
                    <a:pt x="1651472" y="1021361"/>
                  </a:lnTo>
                  <a:lnTo>
                    <a:pt x="1660384" y="976214"/>
                  </a:lnTo>
                  <a:lnTo>
                    <a:pt x="1666837" y="930231"/>
                  </a:lnTo>
                  <a:lnTo>
                    <a:pt x="1670760" y="883483"/>
                  </a:lnTo>
                  <a:lnTo>
                    <a:pt x="1672083" y="836041"/>
                  </a:lnTo>
                  <a:lnTo>
                    <a:pt x="1670760" y="788600"/>
                  </a:lnTo>
                  <a:lnTo>
                    <a:pt x="1666837" y="741852"/>
                  </a:lnTo>
                  <a:lnTo>
                    <a:pt x="1660384" y="695869"/>
                  </a:lnTo>
                  <a:lnTo>
                    <a:pt x="1651472" y="650722"/>
                  </a:lnTo>
                  <a:lnTo>
                    <a:pt x="1640173" y="606481"/>
                  </a:lnTo>
                  <a:lnTo>
                    <a:pt x="1626556" y="563216"/>
                  </a:lnTo>
                  <a:lnTo>
                    <a:pt x="1610692" y="520999"/>
                  </a:lnTo>
                  <a:lnTo>
                    <a:pt x="1592651" y="479899"/>
                  </a:lnTo>
                  <a:lnTo>
                    <a:pt x="1572505" y="439988"/>
                  </a:lnTo>
                  <a:lnTo>
                    <a:pt x="1550323" y="401335"/>
                  </a:lnTo>
                  <a:lnTo>
                    <a:pt x="1526177" y="364012"/>
                  </a:lnTo>
                  <a:lnTo>
                    <a:pt x="1500137" y="328089"/>
                  </a:lnTo>
                  <a:lnTo>
                    <a:pt x="1472273" y="293637"/>
                  </a:lnTo>
                  <a:lnTo>
                    <a:pt x="1442656" y="260726"/>
                  </a:lnTo>
                  <a:lnTo>
                    <a:pt x="1411357" y="229427"/>
                  </a:lnTo>
                  <a:lnTo>
                    <a:pt x="1378446" y="199810"/>
                  </a:lnTo>
                  <a:lnTo>
                    <a:pt x="1343993" y="171946"/>
                  </a:lnTo>
                  <a:lnTo>
                    <a:pt x="1308071" y="145906"/>
                  </a:lnTo>
                  <a:lnTo>
                    <a:pt x="1270748" y="121759"/>
                  </a:lnTo>
                  <a:lnTo>
                    <a:pt x="1232095" y="99578"/>
                  </a:lnTo>
                  <a:lnTo>
                    <a:pt x="1192184" y="79431"/>
                  </a:lnTo>
                  <a:lnTo>
                    <a:pt x="1151084" y="61391"/>
                  </a:lnTo>
                  <a:lnTo>
                    <a:pt x="1108867" y="45527"/>
                  </a:lnTo>
                  <a:lnTo>
                    <a:pt x="1065602" y="31910"/>
                  </a:lnTo>
                  <a:lnTo>
                    <a:pt x="1021361" y="20610"/>
                  </a:lnTo>
                  <a:lnTo>
                    <a:pt x="976214" y="11699"/>
                  </a:lnTo>
                  <a:lnTo>
                    <a:pt x="930231" y="5246"/>
                  </a:lnTo>
                  <a:lnTo>
                    <a:pt x="883483" y="1323"/>
                  </a:lnTo>
                  <a:lnTo>
                    <a:pt x="836041" y="0"/>
                  </a:lnTo>
                </a:path>
              </a:pathLst>
            </a:custGeom>
            <a:ln w="285749">
              <a:solidFill>
                <a:srgbClr val="DBEC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35367" y="3689233"/>
            <a:ext cx="761999" cy="6857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55785" y="3570003"/>
            <a:ext cx="895349" cy="69532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317983" y="3596059"/>
            <a:ext cx="647699" cy="647699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0" y="10109148"/>
            <a:ext cx="1517015" cy="178435"/>
          </a:xfrm>
          <a:custGeom>
            <a:avLst/>
            <a:gdLst/>
            <a:ahLst/>
            <a:cxnLst/>
            <a:rect l="l" t="t" r="r" b="b"/>
            <a:pathLst>
              <a:path w="1517015" h="178434">
                <a:moveTo>
                  <a:pt x="1477695" y="148831"/>
                </a:moveTo>
                <a:lnTo>
                  <a:pt x="0" y="148831"/>
                </a:lnTo>
                <a:lnTo>
                  <a:pt x="0" y="177863"/>
                </a:lnTo>
                <a:lnTo>
                  <a:pt x="1467726" y="177863"/>
                </a:lnTo>
                <a:lnTo>
                  <a:pt x="1469694" y="172364"/>
                </a:lnTo>
                <a:lnTo>
                  <a:pt x="1472425" y="164528"/>
                </a:lnTo>
                <a:lnTo>
                  <a:pt x="1475079" y="156692"/>
                </a:lnTo>
                <a:lnTo>
                  <a:pt x="1477695" y="148831"/>
                </a:lnTo>
                <a:close/>
              </a:path>
              <a:path w="1517015" h="178434">
                <a:moveTo>
                  <a:pt x="1499844" y="74460"/>
                </a:moveTo>
                <a:lnTo>
                  <a:pt x="0" y="74460"/>
                </a:lnTo>
                <a:lnTo>
                  <a:pt x="0" y="105714"/>
                </a:lnTo>
                <a:lnTo>
                  <a:pt x="1491183" y="105714"/>
                </a:lnTo>
                <a:lnTo>
                  <a:pt x="1493393" y="97917"/>
                </a:lnTo>
                <a:lnTo>
                  <a:pt x="1495577" y="90119"/>
                </a:lnTo>
                <a:lnTo>
                  <a:pt x="1497723" y="82296"/>
                </a:lnTo>
                <a:lnTo>
                  <a:pt x="1499844" y="74460"/>
                </a:lnTo>
                <a:close/>
              </a:path>
              <a:path w="1517015" h="178434">
                <a:moveTo>
                  <a:pt x="1516913" y="0"/>
                </a:moveTo>
                <a:lnTo>
                  <a:pt x="0" y="0"/>
                </a:lnTo>
                <a:lnTo>
                  <a:pt x="0" y="31254"/>
                </a:lnTo>
                <a:lnTo>
                  <a:pt x="1510322" y="31254"/>
                </a:lnTo>
                <a:lnTo>
                  <a:pt x="1512023" y="23456"/>
                </a:lnTo>
                <a:lnTo>
                  <a:pt x="1513674" y="15659"/>
                </a:lnTo>
                <a:lnTo>
                  <a:pt x="1515300" y="7835"/>
                </a:lnTo>
                <a:lnTo>
                  <a:pt x="1516913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0" y="9959873"/>
            <a:ext cx="1536700" cy="106680"/>
          </a:xfrm>
          <a:custGeom>
            <a:avLst/>
            <a:gdLst/>
            <a:ahLst/>
            <a:cxnLst/>
            <a:rect l="l" t="t" r="r" b="b"/>
            <a:pathLst>
              <a:path w="1536700" h="106679">
                <a:moveTo>
                  <a:pt x="1528635" y="74930"/>
                </a:moveTo>
                <a:lnTo>
                  <a:pt x="0" y="74930"/>
                </a:lnTo>
                <a:lnTo>
                  <a:pt x="0" y="82550"/>
                </a:lnTo>
                <a:lnTo>
                  <a:pt x="0" y="90170"/>
                </a:lnTo>
                <a:lnTo>
                  <a:pt x="0" y="97790"/>
                </a:lnTo>
                <a:lnTo>
                  <a:pt x="0" y="106680"/>
                </a:lnTo>
                <a:lnTo>
                  <a:pt x="1525168" y="106680"/>
                </a:lnTo>
                <a:lnTo>
                  <a:pt x="1525168" y="97790"/>
                </a:lnTo>
                <a:lnTo>
                  <a:pt x="1526425" y="97790"/>
                </a:lnTo>
                <a:lnTo>
                  <a:pt x="1526425" y="90170"/>
                </a:lnTo>
                <a:lnTo>
                  <a:pt x="1527556" y="90170"/>
                </a:lnTo>
                <a:lnTo>
                  <a:pt x="1527556" y="82550"/>
                </a:lnTo>
                <a:lnTo>
                  <a:pt x="1528635" y="82550"/>
                </a:lnTo>
                <a:lnTo>
                  <a:pt x="1528635" y="74930"/>
                </a:lnTo>
                <a:close/>
              </a:path>
              <a:path w="1536700" h="106679">
                <a:moveTo>
                  <a:pt x="1536598" y="0"/>
                </a:moveTo>
                <a:lnTo>
                  <a:pt x="0" y="0"/>
                </a:lnTo>
                <a:lnTo>
                  <a:pt x="0" y="8890"/>
                </a:lnTo>
                <a:lnTo>
                  <a:pt x="0" y="16510"/>
                </a:lnTo>
                <a:lnTo>
                  <a:pt x="0" y="24130"/>
                </a:lnTo>
                <a:lnTo>
                  <a:pt x="0" y="31750"/>
                </a:lnTo>
                <a:lnTo>
                  <a:pt x="1534553" y="31750"/>
                </a:lnTo>
                <a:lnTo>
                  <a:pt x="1534553" y="24130"/>
                </a:lnTo>
                <a:lnTo>
                  <a:pt x="1535277" y="24130"/>
                </a:lnTo>
                <a:lnTo>
                  <a:pt x="1535277" y="16510"/>
                </a:lnTo>
                <a:lnTo>
                  <a:pt x="1535938" y="16510"/>
                </a:lnTo>
                <a:lnTo>
                  <a:pt x="1535938" y="8890"/>
                </a:lnTo>
                <a:lnTo>
                  <a:pt x="1536598" y="8890"/>
                </a:lnTo>
                <a:lnTo>
                  <a:pt x="1536598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0" y="9886212"/>
            <a:ext cx="1540510" cy="31750"/>
          </a:xfrm>
          <a:custGeom>
            <a:avLst/>
            <a:gdLst/>
            <a:ahLst/>
            <a:cxnLst/>
            <a:rect l="l" t="t" r="r" b="b"/>
            <a:pathLst>
              <a:path w="1540510" h="31750">
                <a:moveTo>
                  <a:pt x="1540205" y="0"/>
                </a:moveTo>
                <a:lnTo>
                  <a:pt x="0" y="0"/>
                </a:lnTo>
                <a:lnTo>
                  <a:pt x="0" y="7620"/>
                </a:lnTo>
                <a:lnTo>
                  <a:pt x="0" y="16510"/>
                </a:lnTo>
                <a:lnTo>
                  <a:pt x="0" y="24130"/>
                </a:lnTo>
                <a:lnTo>
                  <a:pt x="0" y="31750"/>
                </a:lnTo>
                <a:lnTo>
                  <a:pt x="1539570" y="31750"/>
                </a:lnTo>
                <a:lnTo>
                  <a:pt x="1539570" y="24130"/>
                </a:lnTo>
                <a:lnTo>
                  <a:pt x="1539824" y="24130"/>
                </a:lnTo>
                <a:lnTo>
                  <a:pt x="1539824" y="16510"/>
                </a:lnTo>
                <a:lnTo>
                  <a:pt x="1540040" y="16510"/>
                </a:lnTo>
                <a:lnTo>
                  <a:pt x="1540040" y="7620"/>
                </a:lnTo>
                <a:lnTo>
                  <a:pt x="1540205" y="7620"/>
                </a:lnTo>
                <a:lnTo>
                  <a:pt x="1540205" y="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0" y="8919006"/>
            <a:ext cx="1212215" cy="106045"/>
          </a:xfrm>
          <a:custGeom>
            <a:avLst/>
            <a:gdLst/>
            <a:ahLst/>
            <a:cxnLst/>
            <a:rect l="l" t="t" r="r" b="b"/>
            <a:pathLst>
              <a:path w="1212215" h="106045">
                <a:moveTo>
                  <a:pt x="1137335" y="31280"/>
                </a:moveTo>
                <a:lnTo>
                  <a:pt x="1128598" y="23342"/>
                </a:lnTo>
                <a:lnTo>
                  <a:pt x="1119809" y="15468"/>
                </a:lnTo>
                <a:lnTo>
                  <a:pt x="1110932" y="7696"/>
                </a:lnTo>
                <a:lnTo>
                  <a:pt x="1101966" y="0"/>
                </a:lnTo>
                <a:lnTo>
                  <a:pt x="0" y="0"/>
                </a:lnTo>
                <a:lnTo>
                  <a:pt x="0" y="31280"/>
                </a:lnTo>
                <a:lnTo>
                  <a:pt x="1137335" y="31280"/>
                </a:lnTo>
                <a:close/>
              </a:path>
              <a:path w="1212215" h="106045">
                <a:moveTo>
                  <a:pt x="1211897" y="105676"/>
                </a:moveTo>
                <a:lnTo>
                  <a:pt x="1204531" y="97790"/>
                </a:lnTo>
                <a:lnTo>
                  <a:pt x="1197114" y="89954"/>
                </a:lnTo>
                <a:lnTo>
                  <a:pt x="1189647" y="82169"/>
                </a:lnTo>
                <a:lnTo>
                  <a:pt x="1182141" y="74422"/>
                </a:lnTo>
                <a:lnTo>
                  <a:pt x="0" y="74422"/>
                </a:lnTo>
                <a:lnTo>
                  <a:pt x="0" y="105676"/>
                </a:lnTo>
                <a:lnTo>
                  <a:pt x="1211897" y="105676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0" y="9067888"/>
            <a:ext cx="1329690" cy="106045"/>
          </a:xfrm>
          <a:custGeom>
            <a:avLst/>
            <a:gdLst/>
            <a:ahLst/>
            <a:cxnLst/>
            <a:rect l="l" t="t" r="r" b="b"/>
            <a:pathLst>
              <a:path w="1329690" h="106045">
                <a:moveTo>
                  <a:pt x="1275219" y="31254"/>
                </a:moveTo>
                <a:lnTo>
                  <a:pt x="1268945" y="23368"/>
                </a:lnTo>
                <a:lnTo>
                  <a:pt x="1262621" y="15532"/>
                </a:lnTo>
                <a:lnTo>
                  <a:pt x="1256233" y="7747"/>
                </a:lnTo>
                <a:lnTo>
                  <a:pt x="1249819" y="0"/>
                </a:lnTo>
                <a:lnTo>
                  <a:pt x="0" y="0"/>
                </a:lnTo>
                <a:lnTo>
                  <a:pt x="0" y="31254"/>
                </a:lnTo>
                <a:lnTo>
                  <a:pt x="1275219" y="31254"/>
                </a:lnTo>
                <a:close/>
              </a:path>
              <a:path w="1329690" h="106045">
                <a:moveTo>
                  <a:pt x="1329283" y="105714"/>
                </a:moveTo>
                <a:lnTo>
                  <a:pt x="1323936" y="97815"/>
                </a:lnTo>
                <a:lnTo>
                  <a:pt x="1318564" y="89954"/>
                </a:lnTo>
                <a:lnTo>
                  <a:pt x="1313116" y="82143"/>
                </a:lnTo>
                <a:lnTo>
                  <a:pt x="1307592" y="74383"/>
                </a:lnTo>
                <a:lnTo>
                  <a:pt x="0" y="74383"/>
                </a:lnTo>
                <a:lnTo>
                  <a:pt x="0" y="105714"/>
                </a:lnTo>
                <a:lnTo>
                  <a:pt x="1329283" y="105714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0" y="8844577"/>
            <a:ext cx="1049020" cy="31750"/>
          </a:xfrm>
          <a:custGeom>
            <a:avLst/>
            <a:gdLst/>
            <a:ahLst/>
            <a:cxnLst/>
            <a:rect l="l" t="t" r="r" b="b"/>
            <a:pathLst>
              <a:path w="1049020" h="31750">
                <a:moveTo>
                  <a:pt x="1048414" y="31259"/>
                </a:moveTo>
                <a:lnTo>
                  <a:pt x="0" y="31259"/>
                </a:lnTo>
                <a:lnTo>
                  <a:pt x="0" y="0"/>
                </a:lnTo>
                <a:lnTo>
                  <a:pt x="1005372" y="0"/>
                </a:lnTo>
                <a:lnTo>
                  <a:pt x="1016272" y="7646"/>
                </a:lnTo>
                <a:lnTo>
                  <a:pt x="1027079" y="15406"/>
                </a:lnTo>
                <a:lnTo>
                  <a:pt x="1037793" y="23278"/>
                </a:lnTo>
                <a:lnTo>
                  <a:pt x="1048414" y="31259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0" y="9812552"/>
            <a:ext cx="1540510" cy="30480"/>
          </a:xfrm>
          <a:custGeom>
            <a:avLst/>
            <a:gdLst/>
            <a:ahLst/>
            <a:cxnLst/>
            <a:rect l="l" t="t" r="r" b="b"/>
            <a:pathLst>
              <a:path w="1540510" h="30479">
                <a:moveTo>
                  <a:pt x="1540065" y="22860"/>
                </a:moveTo>
                <a:lnTo>
                  <a:pt x="1539875" y="22860"/>
                </a:lnTo>
                <a:lnTo>
                  <a:pt x="1539875" y="15240"/>
                </a:lnTo>
                <a:lnTo>
                  <a:pt x="1539633" y="15240"/>
                </a:lnTo>
                <a:lnTo>
                  <a:pt x="1539633" y="7620"/>
                </a:lnTo>
                <a:lnTo>
                  <a:pt x="1539341" y="7620"/>
                </a:lnTo>
                <a:lnTo>
                  <a:pt x="1539341" y="0"/>
                </a:lnTo>
                <a:lnTo>
                  <a:pt x="0" y="0"/>
                </a:lnTo>
                <a:lnTo>
                  <a:pt x="0" y="7620"/>
                </a:lnTo>
                <a:lnTo>
                  <a:pt x="0" y="15240"/>
                </a:lnTo>
                <a:lnTo>
                  <a:pt x="0" y="22860"/>
                </a:lnTo>
                <a:lnTo>
                  <a:pt x="0" y="30480"/>
                </a:lnTo>
                <a:lnTo>
                  <a:pt x="1540065" y="30480"/>
                </a:lnTo>
                <a:lnTo>
                  <a:pt x="1540065" y="2286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0" y="8622677"/>
            <a:ext cx="939165" cy="179070"/>
          </a:xfrm>
          <a:custGeom>
            <a:avLst/>
            <a:gdLst/>
            <a:ahLst/>
            <a:cxnLst/>
            <a:rect l="l" t="t" r="r" b="b"/>
            <a:pathLst>
              <a:path w="939165" h="179070">
                <a:moveTo>
                  <a:pt x="568071" y="29883"/>
                </a:moveTo>
                <a:lnTo>
                  <a:pt x="515112" y="19265"/>
                </a:lnTo>
                <a:lnTo>
                  <a:pt x="461352" y="10922"/>
                </a:lnTo>
                <a:lnTo>
                  <a:pt x="406857" y="4889"/>
                </a:lnTo>
                <a:lnTo>
                  <a:pt x="351688" y="1231"/>
                </a:lnTo>
                <a:lnTo>
                  <a:pt x="295884" y="0"/>
                </a:lnTo>
                <a:lnTo>
                  <a:pt x="240106" y="1231"/>
                </a:lnTo>
                <a:lnTo>
                  <a:pt x="184962" y="4889"/>
                </a:lnTo>
                <a:lnTo>
                  <a:pt x="130479" y="10922"/>
                </a:lnTo>
                <a:lnTo>
                  <a:pt x="76733" y="19265"/>
                </a:lnTo>
                <a:lnTo>
                  <a:pt x="23774" y="29883"/>
                </a:lnTo>
                <a:lnTo>
                  <a:pt x="568071" y="29883"/>
                </a:lnTo>
                <a:close/>
              </a:path>
              <a:path w="939165" h="179070">
                <a:moveTo>
                  <a:pt x="795388" y="104305"/>
                </a:moveTo>
                <a:lnTo>
                  <a:pt x="776008" y="96012"/>
                </a:lnTo>
                <a:lnTo>
                  <a:pt x="756475" y="88036"/>
                </a:lnTo>
                <a:lnTo>
                  <a:pt x="736765" y="80378"/>
                </a:lnTo>
                <a:lnTo>
                  <a:pt x="716889" y="73050"/>
                </a:lnTo>
                <a:lnTo>
                  <a:pt x="0" y="73050"/>
                </a:lnTo>
                <a:lnTo>
                  <a:pt x="0" y="104305"/>
                </a:lnTo>
                <a:lnTo>
                  <a:pt x="795388" y="104305"/>
                </a:lnTo>
                <a:close/>
              </a:path>
              <a:path w="939165" h="179070">
                <a:moveTo>
                  <a:pt x="938911" y="178739"/>
                </a:moveTo>
                <a:lnTo>
                  <a:pt x="925360" y="170662"/>
                </a:lnTo>
                <a:lnTo>
                  <a:pt x="911707" y="162763"/>
                </a:lnTo>
                <a:lnTo>
                  <a:pt x="897940" y="155028"/>
                </a:lnTo>
                <a:lnTo>
                  <a:pt x="884072" y="147485"/>
                </a:lnTo>
                <a:lnTo>
                  <a:pt x="0" y="147485"/>
                </a:lnTo>
                <a:lnTo>
                  <a:pt x="0" y="178739"/>
                </a:lnTo>
                <a:lnTo>
                  <a:pt x="938911" y="178739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0" y="9440011"/>
            <a:ext cx="1536700" cy="329565"/>
          </a:xfrm>
          <a:custGeom>
            <a:avLst/>
            <a:gdLst/>
            <a:ahLst/>
            <a:cxnLst/>
            <a:rect l="l" t="t" r="r" b="b"/>
            <a:pathLst>
              <a:path w="1536700" h="329565">
                <a:moveTo>
                  <a:pt x="1476057" y="31254"/>
                </a:moveTo>
                <a:lnTo>
                  <a:pt x="1473428" y="23418"/>
                </a:lnTo>
                <a:lnTo>
                  <a:pt x="1470748" y="15595"/>
                </a:lnTo>
                <a:lnTo>
                  <a:pt x="1467993" y="7797"/>
                </a:lnTo>
                <a:lnTo>
                  <a:pt x="1465173" y="0"/>
                </a:lnTo>
                <a:lnTo>
                  <a:pt x="0" y="0"/>
                </a:lnTo>
                <a:lnTo>
                  <a:pt x="0" y="31254"/>
                </a:lnTo>
                <a:lnTo>
                  <a:pt x="1476057" y="31254"/>
                </a:lnTo>
                <a:close/>
              </a:path>
              <a:path w="1536700" h="329565">
                <a:moveTo>
                  <a:pt x="1498460" y="105714"/>
                </a:moveTo>
                <a:lnTo>
                  <a:pt x="1496377" y="97878"/>
                </a:lnTo>
                <a:lnTo>
                  <a:pt x="1494218" y="90055"/>
                </a:lnTo>
                <a:lnTo>
                  <a:pt x="1491996" y="82257"/>
                </a:lnTo>
                <a:lnTo>
                  <a:pt x="1489722" y="74460"/>
                </a:lnTo>
                <a:lnTo>
                  <a:pt x="0" y="74460"/>
                </a:lnTo>
                <a:lnTo>
                  <a:pt x="0" y="105714"/>
                </a:lnTo>
                <a:lnTo>
                  <a:pt x="1498460" y="105714"/>
                </a:lnTo>
                <a:close/>
              </a:path>
              <a:path w="1536700" h="329565">
                <a:moveTo>
                  <a:pt x="1515948" y="180174"/>
                </a:moveTo>
                <a:lnTo>
                  <a:pt x="1514322" y="172326"/>
                </a:lnTo>
                <a:lnTo>
                  <a:pt x="1512658" y="164477"/>
                </a:lnTo>
                <a:lnTo>
                  <a:pt x="1510944" y="156641"/>
                </a:lnTo>
                <a:lnTo>
                  <a:pt x="1509179" y="148844"/>
                </a:lnTo>
                <a:lnTo>
                  <a:pt x="0" y="148844"/>
                </a:lnTo>
                <a:lnTo>
                  <a:pt x="0" y="180174"/>
                </a:lnTo>
                <a:lnTo>
                  <a:pt x="1515948" y="180174"/>
                </a:lnTo>
                <a:close/>
              </a:path>
              <a:path w="1536700" h="329565">
                <a:moveTo>
                  <a:pt x="1527949" y="246811"/>
                </a:moveTo>
                <a:lnTo>
                  <a:pt x="1526832" y="246811"/>
                </a:lnTo>
                <a:lnTo>
                  <a:pt x="1526832" y="239191"/>
                </a:lnTo>
                <a:lnTo>
                  <a:pt x="1525676" y="239191"/>
                </a:lnTo>
                <a:lnTo>
                  <a:pt x="1525676" y="231571"/>
                </a:lnTo>
                <a:lnTo>
                  <a:pt x="1524368" y="231571"/>
                </a:lnTo>
                <a:lnTo>
                  <a:pt x="1524368" y="222681"/>
                </a:lnTo>
                <a:lnTo>
                  <a:pt x="0" y="222681"/>
                </a:lnTo>
                <a:lnTo>
                  <a:pt x="0" y="231571"/>
                </a:lnTo>
                <a:lnTo>
                  <a:pt x="0" y="239191"/>
                </a:lnTo>
                <a:lnTo>
                  <a:pt x="0" y="246811"/>
                </a:lnTo>
                <a:lnTo>
                  <a:pt x="0" y="254431"/>
                </a:lnTo>
                <a:lnTo>
                  <a:pt x="1527949" y="254431"/>
                </a:lnTo>
                <a:lnTo>
                  <a:pt x="1527949" y="246811"/>
                </a:lnTo>
                <a:close/>
              </a:path>
              <a:path w="1536700" h="329565">
                <a:moveTo>
                  <a:pt x="1536344" y="321741"/>
                </a:moveTo>
                <a:lnTo>
                  <a:pt x="1535633" y="321741"/>
                </a:lnTo>
                <a:lnTo>
                  <a:pt x="1535633" y="312851"/>
                </a:lnTo>
                <a:lnTo>
                  <a:pt x="1534871" y="312851"/>
                </a:lnTo>
                <a:lnTo>
                  <a:pt x="1534871" y="305231"/>
                </a:lnTo>
                <a:lnTo>
                  <a:pt x="1534109" y="305231"/>
                </a:lnTo>
                <a:lnTo>
                  <a:pt x="1534109" y="297611"/>
                </a:lnTo>
                <a:lnTo>
                  <a:pt x="0" y="297611"/>
                </a:lnTo>
                <a:lnTo>
                  <a:pt x="0" y="305231"/>
                </a:lnTo>
                <a:lnTo>
                  <a:pt x="0" y="312851"/>
                </a:lnTo>
                <a:lnTo>
                  <a:pt x="0" y="321741"/>
                </a:lnTo>
                <a:lnTo>
                  <a:pt x="0" y="329361"/>
                </a:lnTo>
                <a:lnTo>
                  <a:pt x="1536344" y="329361"/>
                </a:lnTo>
                <a:lnTo>
                  <a:pt x="1536344" y="321741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0" y="8527376"/>
            <a:ext cx="1469390" cy="869950"/>
          </a:xfrm>
          <a:custGeom>
            <a:avLst/>
            <a:gdLst/>
            <a:ahLst/>
            <a:cxnLst/>
            <a:rect l="l" t="t" r="r" b="b"/>
            <a:pathLst>
              <a:path w="1469390" h="869950">
                <a:moveTo>
                  <a:pt x="1415148" y="795058"/>
                </a:moveTo>
                <a:lnTo>
                  <a:pt x="1411287" y="787209"/>
                </a:lnTo>
                <a:lnTo>
                  <a:pt x="1407363" y="779373"/>
                </a:lnTo>
                <a:lnTo>
                  <a:pt x="1403362" y="771563"/>
                </a:lnTo>
                <a:lnTo>
                  <a:pt x="1399324" y="763803"/>
                </a:lnTo>
                <a:lnTo>
                  <a:pt x="0" y="763803"/>
                </a:lnTo>
                <a:lnTo>
                  <a:pt x="0" y="795058"/>
                </a:lnTo>
                <a:lnTo>
                  <a:pt x="1415148" y="795058"/>
                </a:lnTo>
                <a:close/>
              </a:path>
              <a:path w="1469390" h="869950">
                <a:moveTo>
                  <a:pt x="1448447" y="869518"/>
                </a:moveTo>
                <a:lnTo>
                  <a:pt x="1445196" y="861631"/>
                </a:lnTo>
                <a:lnTo>
                  <a:pt x="1441894" y="853782"/>
                </a:lnTo>
                <a:lnTo>
                  <a:pt x="1438554" y="845972"/>
                </a:lnTo>
                <a:lnTo>
                  <a:pt x="1435176" y="838187"/>
                </a:lnTo>
                <a:lnTo>
                  <a:pt x="0" y="838187"/>
                </a:lnTo>
                <a:lnTo>
                  <a:pt x="0" y="869518"/>
                </a:lnTo>
                <a:lnTo>
                  <a:pt x="1448447" y="869518"/>
                </a:lnTo>
                <a:close/>
              </a:path>
              <a:path w="1469390" h="869950">
                <a:moveTo>
                  <a:pt x="1468983" y="345363"/>
                </a:moveTo>
                <a:lnTo>
                  <a:pt x="1465834" y="298500"/>
                </a:lnTo>
                <a:lnTo>
                  <a:pt x="1456639" y="253555"/>
                </a:lnTo>
                <a:lnTo>
                  <a:pt x="1441831" y="210934"/>
                </a:lnTo>
                <a:lnTo>
                  <a:pt x="1421815" y="171056"/>
                </a:lnTo>
                <a:lnTo>
                  <a:pt x="1397000" y="134327"/>
                </a:lnTo>
                <a:lnTo>
                  <a:pt x="1367802" y="101155"/>
                </a:lnTo>
                <a:lnTo>
                  <a:pt x="1334630" y="71958"/>
                </a:lnTo>
                <a:lnTo>
                  <a:pt x="1297889" y="47155"/>
                </a:lnTo>
                <a:lnTo>
                  <a:pt x="1258011" y="27139"/>
                </a:lnTo>
                <a:lnTo>
                  <a:pt x="1215390" y="12344"/>
                </a:lnTo>
                <a:lnTo>
                  <a:pt x="1170432" y="3162"/>
                </a:lnTo>
                <a:lnTo>
                  <a:pt x="1123581" y="0"/>
                </a:lnTo>
                <a:lnTo>
                  <a:pt x="1076718" y="3162"/>
                </a:lnTo>
                <a:lnTo>
                  <a:pt x="1031773" y="12344"/>
                </a:lnTo>
                <a:lnTo>
                  <a:pt x="989152" y="27139"/>
                </a:lnTo>
                <a:lnTo>
                  <a:pt x="949286" y="47155"/>
                </a:lnTo>
                <a:lnTo>
                  <a:pt x="912558" y="71958"/>
                </a:lnTo>
                <a:lnTo>
                  <a:pt x="879386" y="101155"/>
                </a:lnTo>
                <a:lnTo>
                  <a:pt x="850201" y="134327"/>
                </a:lnTo>
                <a:lnTo>
                  <a:pt x="825398" y="171056"/>
                </a:lnTo>
                <a:lnTo>
                  <a:pt x="805383" y="210934"/>
                </a:lnTo>
                <a:lnTo>
                  <a:pt x="790587" y="253555"/>
                </a:lnTo>
                <a:lnTo>
                  <a:pt x="781405" y="298500"/>
                </a:lnTo>
                <a:lnTo>
                  <a:pt x="778243" y="345363"/>
                </a:lnTo>
                <a:lnTo>
                  <a:pt x="781405" y="392226"/>
                </a:lnTo>
                <a:lnTo>
                  <a:pt x="790587" y="437159"/>
                </a:lnTo>
                <a:lnTo>
                  <a:pt x="805383" y="479780"/>
                </a:lnTo>
                <a:lnTo>
                  <a:pt x="825398" y="519658"/>
                </a:lnTo>
                <a:lnTo>
                  <a:pt x="850201" y="556399"/>
                </a:lnTo>
                <a:lnTo>
                  <a:pt x="879386" y="589572"/>
                </a:lnTo>
                <a:lnTo>
                  <a:pt x="912558" y="618769"/>
                </a:lnTo>
                <a:lnTo>
                  <a:pt x="949286" y="643585"/>
                </a:lnTo>
                <a:lnTo>
                  <a:pt x="989152" y="663600"/>
                </a:lnTo>
                <a:lnTo>
                  <a:pt x="1031773" y="678408"/>
                </a:lnTo>
                <a:lnTo>
                  <a:pt x="1076718" y="687590"/>
                </a:lnTo>
                <a:lnTo>
                  <a:pt x="1102690" y="689343"/>
                </a:lnTo>
                <a:lnTo>
                  <a:pt x="0" y="689343"/>
                </a:lnTo>
                <a:lnTo>
                  <a:pt x="0" y="720598"/>
                </a:lnTo>
                <a:lnTo>
                  <a:pt x="1375613" y="720598"/>
                </a:lnTo>
                <a:lnTo>
                  <a:pt x="1371066" y="712749"/>
                </a:lnTo>
                <a:lnTo>
                  <a:pt x="1366456" y="704913"/>
                </a:lnTo>
                <a:lnTo>
                  <a:pt x="1361795" y="697103"/>
                </a:lnTo>
                <a:lnTo>
                  <a:pt x="1357058" y="689343"/>
                </a:lnTo>
                <a:lnTo>
                  <a:pt x="1144460" y="689343"/>
                </a:lnTo>
                <a:lnTo>
                  <a:pt x="1170432" y="687590"/>
                </a:lnTo>
                <a:lnTo>
                  <a:pt x="1215390" y="678408"/>
                </a:lnTo>
                <a:lnTo>
                  <a:pt x="1258011" y="663600"/>
                </a:lnTo>
                <a:lnTo>
                  <a:pt x="1297889" y="643585"/>
                </a:lnTo>
                <a:lnTo>
                  <a:pt x="1334630" y="618769"/>
                </a:lnTo>
                <a:lnTo>
                  <a:pt x="1367802" y="589572"/>
                </a:lnTo>
                <a:lnTo>
                  <a:pt x="1397000" y="556399"/>
                </a:lnTo>
                <a:lnTo>
                  <a:pt x="1421815" y="519658"/>
                </a:lnTo>
                <a:lnTo>
                  <a:pt x="1441831" y="479780"/>
                </a:lnTo>
                <a:lnTo>
                  <a:pt x="1456639" y="437159"/>
                </a:lnTo>
                <a:lnTo>
                  <a:pt x="1465834" y="392226"/>
                </a:lnTo>
                <a:lnTo>
                  <a:pt x="1468983" y="345363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14755" y="8133441"/>
            <a:ext cx="287020" cy="285750"/>
          </a:xfrm>
          <a:custGeom>
            <a:avLst/>
            <a:gdLst/>
            <a:ahLst/>
            <a:cxnLst/>
            <a:rect l="l" t="t" r="r" b="b"/>
            <a:pathLst>
              <a:path w="287019" h="285750">
                <a:moveTo>
                  <a:pt x="278583" y="95250"/>
                </a:moveTo>
                <a:lnTo>
                  <a:pt x="8210" y="93980"/>
                </a:lnTo>
                <a:lnTo>
                  <a:pt x="8858" y="93980"/>
                </a:lnTo>
                <a:lnTo>
                  <a:pt x="25921" y="60960"/>
                </a:lnTo>
                <a:lnTo>
                  <a:pt x="260838" y="60960"/>
                </a:lnTo>
                <a:lnTo>
                  <a:pt x="278583" y="95250"/>
                </a:lnTo>
                <a:close/>
              </a:path>
              <a:path w="287019" h="285750">
                <a:moveTo>
                  <a:pt x="279034" y="96520"/>
                </a:moveTo>
                <a:lnTo>
                  <a:pt x="7835" y="96520"/>
                </a:lnTo>
                <a:lnTo>
                  <a:pt x="7835" y="95250"/>
                </a:lnTo>
                <a:lnTo>
                  <a:pt x="279034" y="95250"/>
                </a:lnTo>
                <a:lnTo>
                  <a:pt x="279034" y="96520"/>
                </a:lnTo>
                <a:close/>
              </a:path>
              <a:path w="287019" h="285750">
                <a:moveTo>
                  <a:pt x="279446" y="97790"/>
                </a:moveTo>
                <a:lnTo>
                  <a:pt x="7423" y="97790"/>
                </a:lnTo>
                <a:lnTo>
                  <a:pt x="7519" y="96520"/>
                </a:lnTo>
                <a:lnTo>
                  <a:pt x="279446" y="96520"/>
                </a:lnTo>
                <a:lnTo>
                  <a:pt x="279446" y="97790"/>
                </a:lnTo>
                <a:close/>
              </a:path>
              <a:path w="287019" h="285750">
                <a:moveTo>
                  <a:pt x="279806" y="99060"/>
                </a:moveTo>
                <a:lnTo>
                  <a:pt x="6971" y="97790"/>
                </a:lnTo>
                <a:lnTo>
                  <a:pt x="279599" y="97790"/>
                </a:lnTo>
                <a:lnTo>
                  <a:pt x="279806" y="99060"/>
                </a:lnTo>
                <a:close/>
              </a:path>
              <a:path w="287019" h="285750">
                <a:moveTo>
                  <a:pt x="279624" y="186690"/>
                </a:moveTo>
                <a:lnTo>
                  <a:pt x="7150" y="186690"/>
                </a:lnTo>
                <a:lnTo>
                  <a:pt x="0" y="142240"/>
                </a:lnTo>
                <a:lnTo>
                  <a:pt x="6970" y="99060"/>
                </a:lnTo>
                <a:lnTo>
                  <a:pt x="279804" y="99060"/>
                </a:lnTo>
                <a:lnTo>
                  <a:pt x="286783" y="142240"/>
                </a:lnTo>
                <a:lnTo>
                  <a:pt x="279624" y="186690"/>
                </a:lnTo>
                <a:close/>
              </a:path>
              <a:path w="287019" h="285750">
                <a:moveTo>
                  <a:pt x="7465" y="187960"/>
                </a:moveTo>
                <a:lnTo>
                  <a:pt x="7305" y="186690"/>
                </a:lnTo>
                <a:lnTo>
                  <a:pt x="279338" y="186690"/>
                </a:lnTo>
                <a:lnTo>
                  <a:pt x="7465" y="187960"/>
                </a:lnTo>
                <a:close/>
              </a:path>
              <a:path w="287019" h="285750">
                <a:moveTo>
                  <a:pt x="259605" y="226060"/>
                </a:moveTo>
                <a:lnTo>
                  <a:pt x="27154" y="226060"/>
                </a:lnTo>
                <a:lnTo>
                  <a:pt x="7465" y="187960"/>
                </a:lnTo>
                <a:lnTo>
                  <a:pt x="279338" y="186690"/>
                </a:lnTo>
                <a:lnTo>
                  <a:pt x="278653" y="189230"/>
                </a:lnTo>
                <a:lnTo>
                  <a:pt x="259605" y="226060"/>
                </a:lnTo>
                <a:close/>
              </a:path>
              <a:path w="287019" h="285750">
                <a:moveTo>
                  <a:pt x="279309" y="187960"/>
                </a:moveTo>
                <a:lnTo>
                  <a:pt x="278995" y="187960"/>
                </a:lnTo>
                <a:lnTo>
                  <a:pt x="279338" y="186690"/>
                </a:lnTo>
                <a:lnTo>
                  <a:pt x="279469" y="186690"/>
                </a:lnTo>
                <a:lnTo>
                  <a:pt x="279309" y="187960"/>
                </a:lnTo>
                <a:close/>
              </a:path>
              <a:path w="287019" h="285750">
                <a:moveTo>
                  <a:pt x="28530" y="227330"/>
                </a:moveTo>
                <a:lnTo>
                  <a:pt x="27958" y="227330"/>
                </a:lnTo>
                <a:lnTo>
                  <a:pt x="27652" y="226060"/>
                </a:lnTo>
                <a:lnTo>
                  <a:pt x="27832" y="226060"/>
                </a:lnTo>
                <a:lnTo>
                  <a:pt x="28530" y="227330"/>
                </a:lnTo>
                <a:close/>
              </a:path>
              <a:path w="287019" h="285750">
                <a:moveTo>
                  <a:pt x="58682" y="257808"/>
                </a:moveTo>
                <a:lnTo>
                  <a:pt x="58419" y="257808"/>
                </a:lnTo>
                <a:lnTo>
                  <a:pt x="29227" y="228600"/>
                </a:lnTo>
                <a:lnTo>
                  <a:pt x="27832" y="226060"/>
                </a:lnTo>
                <a:lnTo>
                  <a:pt x="258801" y="227330"/>
                </a:lnTo>
                <a:lnTo>
                  <a:pt x="229595" y="256540"/>
                </a:lnTo>
                <a:lnTo>
                  <a:pt x="58682" y="257808"/>
                </a:lnTo>
                <a:close/>
              </a:path>
              <a:path w="287019" h="285750">
                <a:moveTo>
                  <a:pt x="258801" y="227330"/>
                </a:moveTo>
                <a:lnTo>
                  <a:pt x="27832" y="226060"/>
                </a:lnTo>
                <a:lnTo>
                  <a:pt x="259106" y="226060"/>
                </a:lnTo>
                <a:lnTo>
                  <a:pt x="258801" y="227330"/>
                </a:lnTo>
                <a:close/>
              </a:path>
              <a:path w="287019" h="285750">
                <a:moveTo>
                  <a:pt x="189296" y="278130"/>
                </a:moveTo>
                <a:lnTo>
                  <a:pt x="97455" y="278130"/>
                </a:lnTo>
                <a:lnTo>
                  <a:pt x="60629" y="259080"/>
                </a:lnTo>
                <a:lnTo>
                  <a:pt x="58682" y="257808"/>
                </a:lnTo>
                <a:lnTo>
                  <a:pt x="228406" y="256540"/>
                </a:lnTo>
                <a:lnTo>
                  <a:pt x="228062" y="257808"/>
                </a:lnTo>
                <a:lnTo>
                  <a:pt x="226117" y="259080"/>
                </a:lnTo>
                <a:lnTo>
                  <a:pt x="189296" y="278130"/>
                </a:lnTo>
                <a:close/>
              </a:path>
              <a:path w="287019" h="285750">
                <a:moveTo>
                  <a:pt x="228328" y="257808"/>
                </a:moveTo>
                <a:lnTo>
                  <a:pt x="228062" y="257808"/>
                </a:lnTo>
                <a:lnTo>
                  <a:pt x="228406" y="256540"/>
                </a:lnTo>
                <a:lnTo>
                  <a:pt x="229595" y="256540"/>
                </a:lnTo>
                <a:lnTo>
                  <a:pt x="228328" y="257808"/>
                </a:lnTo>
                <a:close/>
              </a:path>
              <a:path w="287019" h="285750">
                <a:moveTo>
                  <a:pt x="143391" y="285750"/>
                </a:moveTo>
                <a:lnTo>
                  <a:pt x="104015" y="279400"/>
                </a:lnTo>
                <a:lnTo>
                  <a:pt x="98050" y="278130"/>
                </a:lnTo>
                <a:lnTo>
                  <a:pt x="188701" y="278130"/>
                </a:lnTo>
                <a:lnTo>
                  <a:pt x="182739" y="279400"/>
                </a:lnTo>
                <a:lnTo>
                  <a:pt x="143391" y="285750"/>
                </a:lnTo>
                <a:close/>
              </a:path>
              <a:path w="287019" h="285750">
                <a:moveTo>
                  <a:pt x="224859" y="25400"/>
                </a:moveTo>
                <a:lnTo>
                  <a:pt x="61760" y="25400"/>
                </a:lnTo>
                <a:lnTo>
                  <a:pt x="61886" y="24909"/>
                </a:lnTo>
                <a:lnTo>
                  <a:pt x="63393" y="24130"/>
                </a:lnTo>
                <a:lnTo>
                  <a:pt x="223353" y="24130"/>
                </a:lnTo>
                <a:lnTo>
                  <a:pt x="224859" y="24909"/>
                </a:lnTo>
                <a:lnTo>
                  <a:pt x="224859" y="25400"/>
                </a:lnTo>
                <a:close/>
              </a:path>
              <a:path w="287019" h="285750">
                <a:moveTo>
                  <a:pt x="226673" y="26670"/>
                </a:moveTo>
                <a:lnTo>
                  <a:pt x="60111" y="26670"/>
                </a:lnTo>
                <a:lnTo>
                  <a:pt x="60111" y="25827"/>
                </a:lnTo>
                <a:lnTo>
                  <a:pt x="60938" y="25400"/>
                </a:lnTo>
                <a:lnTo>
                  <a:pt x="225808" y="25400"/>
                </a:lnTo>
                <a:lnTo>
                  <a:pt x="226634" y="25827"/>
                </a:lnTo>
                <a:lnTo>
                  <a:pt x="226673" y="26670"/>
                </a:lnTo>
                <a:close/>
              </a:path>
              <a:path w="287019" h="285750">
                <a:moveTo>
                  <a:pt x="228322" y="27940"/>
                </a:moveTo>
                <a:lnTo>
                  <a:pt x="58545" y="27940"/>
                </a:lnTo>
                <a:lnTo>
                  <a:pt x="58684" y="26670"/>
                </a:lnTo>
                <a:lnTo>
                  <a:pt x="228322" y="26670"/>
                </a:lnTo>
                <a:lnTo>
                  <a:pt x="228322" y="27940"/>
                </a:lnTo>
                <a:close/>
              </a:path>
              <a:path w="287019" h="285750">
                <a:moveTo>
                  <a:pt x="230301" y="29210"/>
                </a:moveTo>
                <a:lnTo>
                  <a:pt x="56483" y="29210"/>
                </a:lnTo>
                <a:lnTo>
                  <a:pt x="56483" y="28767"/>
                </a:lnTo>
                <a:lnTo>
                  <a:pt x="57310" y="27940"/>
                </a:lnTo>
                <a:lnTo>
                  <a:pt x="229436" y="27940"/>
                </a:lnTo>
                <a:lnTo>
                  <a:pt x="230263" y="28767"/>
                </a:lnTo>
                <a:lnTo>
                  <a:pt x="230301" y="29210"/>
                </a:lnTo>
                <a:close/>
              </a:path>
              <a:path w="287019" h="285750">
                <a:moveTo>
                  <a:pt x="256935" y="55880"/>
                </a:moveTo>
                <a:lnTo>
                  <a:pt x="29685" y="55880"/>
                </a:lnTo>
                <a:lnTo>
                  <a:pt x="29685" y="55576"/>
                </a:lnTo>
                <a:lnTo>
                  <a:pt x="30705" y="54557"/>
                </a:lnTo>
                <a:lnTo>
                  <a:pt x="31834" y="53340"/>
                </a:lnTo>
                <a:lnTo>
                  <a:pt x="33191" y="52070"/>
                </a:lnTo>
                <a:lnTo>
                  <a:pt x="52232" y="33020"/>
                </a:lnTo>
                <a:lnTo>
                  <a:pt x="53467" y="31750"/>
                </a:lnTo>
                <a:lnTo>
                  <a:pt x="54869" y="30384"/>
                </a:lnTo>
                <a:lnTo>
                  <a:pt x="55082" y="30384"/>
                </a:lnTo>
                <a:lnTo>
                  <a:pt x="55082" y="30169"/>
                </a:lnTo>
                <a:lnTo>
                  <a:pt x="56041" y="29210"/>
                </a:lnTo>
                <a:lnTo>
                  <a:pt x="230706" y="29210"/>
                </a:lnTo>
                <a:lnTo>
                  <a:pt x="231793" y="30384"/>
                </a:lnTo>
                <a:lnTo>
                  <a:pt x="233246" y="31750"/>
                </a:lnTo>
                <a:lnTo>
                  <a:pt x="256935" y="55440"/>
                </a:lnTo>
                <a:lnTo>
                  <a:pt x="256935" y="55880"/>
                </a:lnTo>
                <a:close/>
              </a:path>
              <a:path w="287019" h="285750">
                <a:moveTo>
                  <a:pt x="257925" y="57150"/>
                </a:moveTo>
                <a:lnTo>
                  <a:pt x="28943" y="57150"/>
                </a:lnTo>
                <a:lnTo>
                  <a:pt x="28943" y="56319"/>
                </a:lnTo>
                <a:lnTo>
                  <a:pt x="29382" y="55880"/>
                </a:lnTo>
                <a:lnTo>
                  <a:pt x="257375" y="55880"/>
                </a:lnTo>
                <a:lnTo>
                  <a:pt x="257814" y="56319"/>
                </a:lnTo>
                <a:lnTo>
                  <a:pt x="257925" y="57150"/>
                </a:lnTo>
                <a:close/>
              </a:path>
              <a:path w="287019" h="285750">
                <a:moveTo>
                  <a:pt x="258914" y="58420"/>
                </a:moveTo>
                <a:lnTo>
                  <a:pt x="27706" y="58420"/>
                </a:lnTo>
                <a:lnTo>
                  <a:pt x="27706" y="57611"/>
                </a:lnTo>
                <a:lnTo>
                  <a:pt x="28113" y="57150"/>
                </a:lnTo>
                <a:lnTo>
                  <a:pt x="258645" y="57150"/>
                </a:lnTo>
                <a:lnTo>
                  <a:pt x="258914" y="57419"/>
                </a:lnTo>
                <a:lnTo>
                  <a:pt x="258914" y="58420"/>
                </a:lnTo>
                <a:close/>
              </a:path>
              <a:path w="287019" h="285750">
                <a:moveTo>
                  <a:pt x="259986" y="59690"/>
                </a:moveTo>
                <a:lnTo>
                  <a:pt x="26882" y="59690"/>
                </a:lnTo>
                <a:lnTo>
                  <a:pt x="26882" y="59101"/>
                </a:lnTo>
                <a:lnTo>
                  <a:pt x="27234" y="58420"/>
                </a:lnTo>
                <a:lnTo>
                  <a:pt x="259525" y="58420"/>
                </a:lnTo>
                <a:lnTo>
                  <a:pt x="259877" y="59101"/>
                </a:lnTo>
                <a:lnTo>
                  <a:pt x="259986" y="59690"/>
                </a:lnTo>
                <a:close/>
              </a:path>
              <a:path w="287019" h="285750">
                <a:moveTo>
                  <a:pt x="260810" y="60904"/>
                </a:moveTo>
                <a:lnTo>
                  <a:pt x="25950" y="60904"/>
                </a:lnTo>
                <a:lnTo>
                  <a:pt x="26577" y="59690"/>
                </a:lnTo>
                <a:lnTo>
                  <a:pt x="260181" y="59690"/>
                </a:lnTo>
                <a:lnTo>
                  <a:pt x="260810" y="60904"/>
                </a:lnTo>
                <a:close/>
              </a:path>
              <a:path w="287019" h="285750">
                <a:moveTo>
                  <a:pt x="185692" y="6350"/>
                </a:moveTo>
                <a:lnTo>
                  <a:pt x="101092" y="6350"/>
                </a:lnTo>
                <a:lnTo>
                  <a:pt x="101091" y="5715"/>
                </a:lnTo>
                <a:lnTo>
                  <a:pt x="105030" y="5080"/>
                </a:lnTo>
                <a:lnTo>
                  <a:pt x="181724" y="5080"/>
                </a:lnTo>
                <a:lnTo>
                  <a:pt x="185659" y="5715"/>
                </a:lnTo>
                <a:lnTo>
                  <a:pt x="185692" y="6350"/>
                </a:lnTo>
                <a:close/>
              </a:path>
              <a:path w="287019" h="285750">
                <a:moveTo>
                  <a:pt x="189402" y="7620"/>
                </a:moveTo>
                <a:lnTo>
                  <a:pt x="97463" y="7620"/>
                </a:lnTo>
                <a:lnTo>
                  <a:pt x="97535" y="6350"/>
                </a:lnTo>
                <a:lnTo>
                  <a:pt x="189402" y="6350"/>
                </a:lnTo>
                <a:lnTo>
                  <a:pt x="189402" y="7620"/>
                </a:lnTo>
                <a:close/>
              </a:path>
              <a:path w="287019" h="285750">
                <a:moveTo>
                  <a:pt x="192783" y="8890"/>
                </a:moveTo>
                <a:lnTo>
                  <a:pt x="93835" y="8890"/>
                </a:lnTo>
                <a:lnTo>
                  <a:pt x="93835" y="8317"/>
                </a:lnTo>
                <a:lnTo>
                  <a:pt x="93965" y="8317"/>
                </a:lnTo>
                <a:lnTo>
                  <a:pt x="95314" y="7620"/>
                </a:lnTo>
                <a:lnTo>
                  <a:pt x="191434" y="7620"/>
                </a:lnTo>
                <a:lnTo>
                  <a:pt x="192783" y="8317"/>
                </a:lnTo>
                <a:lnTo>
                  <a:pt x="192783" y="8890"/>
                </a:lnTo>
                <a:close/>
              </a:path>
              <a:path w="287019" h="285750">
                <a:moveTo>
                  <a:pt x="223209" y="24056"/>
                </a:moveTo>
                <a:lnTo>
                  <a:pt x="63536" y="24056"/>
                </a:lnTo>
                <a:lnTo>
                  <a:pt x="92858" y="8890"/>
                </a:lnTo>
                <a:lnTo>
                  <a:pt x="193889" y="8890"/>
                </a:lnTo>
                <a:lnTo>
                  <a:pt x="223209" y="24056"/>
                </a:lnTo>
                <a:close/>
              </a:path>
              <a:path w="287019" h="285750">
                <a:moveTo>
                  <a:pt x="181384" y="5025"/>
                </a:moveTo>
                <a:lnTo>
                  <a:pt x="105370" y="5025"/>
                </a:lnTo>
                <a:lnTo>
                  <a:pt x="136530" y="0"/>
                </a:lnTo>
                <a:lnTo>
                  <a:pt x="150247" y="0"/>
                </a:lnTo>
                <a:lnTo>
                  <a:pt x="181384" y="5025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7121254" y="0"/>
            <a:ext cx="1167130" cy="1356995"/>
          </a:xfrm>
          <a:custGeom>
            <a:avLst/>
            <a:gdLst/>
            <a:ahLst/>
            <a:cxnLst/>
            <a:rect l="l" t="t" r="r" b="b"/>
            <a:pathLst>
              <a:path w="1167130" h="1356995">
                <a:moveTo>
                  <a:pt x="1166745" y="1356770"/>
                </a:moveTo>
                <a:lnTo>
                  <a:pt x="0" y="1356770"/>
                </a:lnTo>
                <a:lnTo>
                  <a:pt x="0" y="0"/>
                </a:lnTo>
                <a:lnTo>
                  <a:pt x="1166745" y="0"/>
                </a:lnTo>
                <a:lnTo>
                  <a:pt x="1166745" y="1356770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6899117" y="95197"/>
            <a:ext cx="57785" cy="57150"/>
          </a:xfrm>
          <a:custGeom>
            <a:avLst/>
            <a:gdLst/>
            <a:ahLst/>
            <a:cxnLst/>
            <a:rect l="l" t="t" r="r" b="b"/>
            <a:pathLst>
              <a:path w="57784" h="57150">
                <a:moveTo>
                  <a:pt x="32255" y="56561"/>
                </a:moveTo>
                <a:lnTo>
                  <a:pt x="28603" y="56561"/>
                </a:lnTo>
                <a:lnTo>
                  <a:pt x="21300" y="56561"/>
                </a:lnTo>
                <a:lnTo>
                  <a:pt x="13997" y="53518"/>
                </a:lnTo>
                <a:lnTo>
                  <a:pt x="7303" y="46823"/>
                </a:lnTo>
                <a:lnTo>
                  <a:pt x="6085" y="44997"/>
                </a:lnTo>
                <a:lnTo>
                  <a:pt x="3651" y="42563"/>
                </a:lnTo>
                <a:lnTo>
                  <a:pt x="0" y="31608"/>
                </a:lnTo>
                <a:lnTo>
                  <a:pt x="0" y="24305"/>
                </a:lnTo>
                <a:lnTo>
                  <a:pt x="1217" y="20654"/>
                </a:lnTo>
                <a:lnTo>
                  <a:pt x="1217" y="18828"/>
                </a:lnTo>
                <a:lnTo>
                  <a:pt x="2434" y="17002"/>
                </a:lnTo>
                <a:lnTo>
                  <a:pt x="3042" y="15176"/>
                </a:lnTo>
                <a:lnTo>
                  <a:pt x="4260" y="13350"/>
                </a:lnTo>
                <a:lnTo>
                  <a:pt x="4868" y="12133"/>
                </a:lnTo>
                <a:lnTo>
                  <a:pt x="6085" y="10916"/>
                </a:lnTo>
                <a:lnTo>
                  <a:pt x="7303" y="9090"/>
                </a:lnTo>
                <a:lnTo>
                  <a:pt x="8520" y="7873"/>
                </a:lnTo>
                <a:lnTo>
                  <a:pt x="14054" y="3651"/>
                </a:lnTo>
                <a:lnTo>
                  <a:pt x="20387" y="1026"/>
                </a:lnTo>
                <a:lnTo>
                  <a:pt x="27177" y="0"/>
                </a:lnTo>
                <a:lnTo>
                  <a:pt x="34081" y="570"/>
                </a:lnTo>
                <a:lnTo>
                  <a:pt x="35906" y="570"/>
                </a:lnTo>
                <a:lnTo>
                  <a:pt x="37732" y="1179"/>
                </a:lnTo>
                <a:lnTo>
                  <a:pt x="39558" y="2396"/>
                </a:lnTo>
                <a:lnTo>
                  <a:pt x="41384" y="3004"/>
                </a:lnTo>
                <a:lnTo>
                  <a:pt x="43210" y="4222"/>
                </a:lnTo>
                <a:lnTo>
                  <a:pt x="44427" y="4830"/>
                </a:lnTo>
                <a:lnTo>
                  <a:pt x="46252" y="6047"/>
                </a:lnTo>
                <a:lnTo>
                  <a:pt x="49904" y="9699"/>
                </a:lnTo>
                <a:lnTo>
                  <a:pt x="51121" y="11525"/>
                </a:lnTo>
                <a:lnTo>
                  <a:pt x="53556" y="13959"/>
                </a:lnTo>
                <a:lnTo>
                  <a:pt x="57207" y="24914"/>
                </a:lnTo>
                <a:lnTo>
                  <a:pt x="57207" y="32217"/>
                </a:lnTo>
                <a:lnTo>
                  <a:pt x="54164" y="41346"/>
                </a:lnTo>
                <a:lnTo>
                  <a:pt x="52947" y="43172"/>
                </a:lnTo>
                <a:lnTo>
                  <a:pt x="52338" y="44389"/>
                </a:lnTo>
                <a:lnTo>
                  <a:pt x="51121" y="46215"/>
                </a:lnTo>
                <a:lnTo>
                  <a:pt x="47470" y="49866"/>
                </a:lnTo>
                <a:lnTo>
                  <a:pt x="45644" y="51083"/>
                </a:lnTo>
                <a:lnTo>
                  <a:pt x="43210" y="53518"/>
                </a:lnTo>
                <a:lnTo>
                  <a:pt x="35906" y="55952"/>
                </a:lnTo>
                <a:lnTo>
                  <a:pt x="34081" y="55952"/>
                </a:lnTo>
                <a:lnTo>
                  <a:pt x="32255" y="56561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7303830" y="9394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603" y="56599"/>
                </a:moveTo>
                <a:lnTo>
                  <a:pt x="27995" y="56599"/>
                </a:lnTo>
                <a:lnTo>
                  <a:pt x="17202" y="54364"/>
                </a:lnTo>
                <a:lnTo>
                  <a:pt x="8292" y="48306"/>
                </a:lnTo>
                <a:lnTo>
                  <a:pt x="2234" y="39396"/>
                </a:lnTo>
                <a:lnTo>
                  <a:pt x="0" y="28603"/>
                </a:lnTo>
                <a:lnTo>
                  <a:pt x="2149" y="17458"/>
                </a:lnTo>
                <a:lnTo>
                  <a:pt x="8063" y="8368"/>
                </a:lnTo>
                <a:lnTo>
                  <a:pt x="16945" y="2244"/>
                </a:lnTo>
                <a:lnTo>
                  <a:pt x="27995" y="0"/>
                </a:lnTo>
                <a:lnTo>
                  <a:pt x="39054" y="2158"/>
                </a:lnTo>
                <a:lnTo>
                  <a:pt x="48002" y="8139"/>
                </a:lnTo>
                <a:lnTo>
                  <a:pt x="54098" y="17202"/>
                </a:lnTo>
                <a:lnTo>
                  <a:pt x="56599" y="28603"/>
                </a:lnTo>
                <a:lnTo>
                  <a:pt x="54364" y="39396"/>
                </a:lnTo>
                <a:lnTo>
                  <a:pt x="48306" y="48306"/>
                </a:lnTo>
                <a:lnTo>
                  <a:pt x="39396" y="54364"/>
                </a:lnTo>
                <a:lnTo>
                  <a:pt x="28603" y="56599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7438329" y="93333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27995" y="56599"/>
                </a:moveTo>
                <a:lnTo>
                  <a:pt x="17202" y="54364"/>
                </a:lnTo>
                <a:lnTo>
                  <a:pt x="8292" y="48306"/>
                </a:lnTo>
                <a:lnTo>
                  <a:pt x="2234" y="39396"/>
                </a:lnTo>
                <a:lnTo>
                  <a:pt x="0" y="28603"/>
                </a:lnTo>
                <a:lnTo>
                  <a:pt x="2234" y="17458"/>
                </a:lnTo>
                <a:lnTo>
                  <a:pt x="8292" y="8368"/>
                </a:lnTo>
                <a:lnTo>
                  <a:pt x="17202" y="2244"/>
                </a:lnTo>
                <a:lnTo>
                  <a:pt x="27995" y="0"/>
                </a:lnTo>
                <a:lnTo>
                  <a:pt x="39130" y="2158"/>
                </a:lnTo>
                <a:lnTo>
                  <a:pt x="48154" y="8139"/>
                </a:lnTo>
                <a:lnTo>
                  <a:pt x="54098" y="17202"/>
                </a:lnTo>
                <a:lnTo>
                  <a:pt x="55990" y="28603"/>
                </a:lnTo>
                <a:lnTo>
                  <a:pt x="53841" y="39396"/>
                </a:lnTo>
                <a:lnTo>
                  <a:pt x="47926" y="48306"/>
                </a:lnTo>
                <a:lnTo>
                  <a:pt x="39044" y="54364"/>
                </a:lnTo>
                <a:lnTo>
                  <a:pt x="27995" y="56599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7034225" y="95159"/>
            <a:ext cx="57150" cy="56515"/>
          </a:xfrm>
          <a:custGeom>
            <a:avLst/>
            <a:gdLst/>
            <a:ahLst/>
            <a:cxnLst/>
            <a:rect l="l" t="t" r="r" b="b"/>
            <a:pathLst>
              <a:path w="57150" h="56514">
                <a:moveTo>
                  <a:pt x="28603" y="55990"/>
                </a:moveTo>
                <a:lnTo>
                  <a:pt x="27995" y="55990"/>
                </a:lnTo>
                <a:lnTo>
                  <a:pt x="17202" y="53755"/>
                </a:lnTo>
                <a:lnTo>
                  <a:pt x="8292" y="47698"/>
                </a:lnTo>
                <a:lnTo>
                  <a:pt x="2234" y="38788"/>
                </a:lnTo>
                <a:lnTo>
                  <a:pt x="0" y="27995"/>
                </a:lnTo>
                <a:lnTo>
                  <a:pt x="2149" y="17202"/>
                </a:lnTo>
                <a:lnTo>
                  <a:pt x="8063" y="8292"/>
                </a:lnTo>
                <a:lnTo>
                  <a:pt x="16945" y="2234"/>
                </a:lnTo>
                <a:lnTo>
                  <a:pt x="27995" y="0"/>
                </a:lnTo>
                <a:lnTo>
                  <a:pt x="39140" y="2149"/>
                </a:lnTo>
                <a:lnTo>
                  <a:pt x="48230" y="8063"/>
                </a:lnTo>
                <a:lnTo>
                  <a:pt x="54354" y="16945"/>
                </a:lnTo>
                <a:lnTo>
                  <a:pt x="56599" y="27995"/>
                </a:lnTo>
                <a:lnTo>
                  <a:pt x="54364" y="38788"/>
                </a:lnTo>
                <a:lnTo>
                  <a:pt x="48306" y="47698"/>
                </a:lnTo>
                <a:lnTo>
                  <a:pt x="39396" y="53755"/>
                </a:lnTo>
                <a:lnTo>
                  <a:pt x="28603" y="5599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7169331" y="94550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27995" y="56599"/>
                </a:moveTo>
                <a:lnTo>
                  <a:pt x="17202" y="54364"/>
                </a:lnTo>
                <a:lnTo>
                  <a:pt x="8292" y="48306"/>
                </a:lnTo>
                <a:lnTo>
                  <a:pt x="2234" y="39396"/>
                </a:lnTo>
                <a:lnTo>
                  <a:pt x="0" y="28603"/>
                </a:lnTo>
                <a:lnTo>
                  <a:pt x="2234" y="17458"/>
                </a:lnTo>
                <a:lnTo>
                  <a:pt x="8292" y="8368"/>
                </a:lnTo>
                <a:lnTo>
                  <a:pt x="17202" y="2244"/>
                </a:lnTo>
                <a:lnTo>
                  <a:pt x="27995" y="0"/>
                </a:lnTo>
                <a:lnTo>
                  <a:pt x="38788" y="2158"/>
                </a:lnTo>
                <a:lnTo>
                  <a:pt x="47698" y="8139"/>
                </a:lnTo>
                <a:lnTo>
                  <a:pt x="53755" y="17202"/>
                </a:lnTo>
                <a:lnTo>
                  <a:pt x="55990" y="28603"/>
                </a:lnTo>
                <a:lnTo>
                  <a:pt x="53841" y="39396"/>
                </a:lnTo>
                <a:lnTo>
                  <a:pt x="47926" y="48306"/>
                </a:lnTo>
                <a:lnTo>
                  <a:pt x="39044" y="54364"/>
                </a:lnTo>
                <a:lnTo>
                  <a:pt x="27995" y="56599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7707936" y="9211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27995" y="55990"/>
                </a:moveTo>
                <a:lnTo>
                  <a:pt x="17202" y="53755"/>
                </a:lnTo>
                <a:lnTo>
                  <a:pt x="8292" y="47698"/>
                </a:lnTo>
                <a:lnTo>
                  <a:pt x="2234" y="38788"/>
                </a:lnTo>
                <a:lnTo>
                  <a:pt x="0" y="27995"/>
                </a:lnTo>
                <a:lnTo>
                  <a:pt x="2234" y="17202"/>
                </a:lnTo>
                <a:lnTo>
                  <a:pt x="8292" y="8292"/>
                </a:lnTo>
                <a:lnTo>
                  <a:pt x="17202" y="2234"/>
                </a:lnTo>
                <a:lnTo>
                  <a:pt x="27995" y="0"/>
                </a:lnTo>
                <a:lnTo>
                  <a:pt x="39130" y="2234"/>
                </a:lnTo>
                <a:lnTo>
                  <a:pt x="48154" y="8292"/>
                </a:lnTo>
                <a:lnTo>
                  <a:pt x="54098" y="17202"/>
                </a:lnTo>
                <a:lnTo>
                  <a:pt x="55990" y="27995"/>
                </a:lnTo>
                <a:lnTo>
                  <a:pt x="53841" y="38788"/>
                </a:lnTo>
                <a:lnTo>
                  <a:pt x="47926" y="47698"/>
                </a:lnTo>
                <a:lnTo>
                  <a:pt x="39045" y="53755"/>
                </a:lnTo>
                <a:lnTo>
                  <a:pt x="27995" y="5599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7573437" y="92725"/>
            <a:ext cx="57150" cy="56515"/>
          </a:xfrm>
          <a:custGeom>
            <a:avLst/>
            <a:gdLst/>
            <a:ahLst/>
            <a:cxnLst/>
            <a:rect l="l" t="t" r="r" b="b"/>
            <a:pathLst>
              <a:path w="57150" h="56514">
                <a:moveTo>
                  <a:pt x="28603" y="55990"/>
                </a:moveTo>
                <a:lnTo>
                  <a:pt x="27995" y="55990"/>
                </a:lnTo>
                <a:lnTo>
                  <a:pt x="17202" y="53755"/>
                </a:lnTo>
                <a:lnTo>
                  <a:pt x="8292" y="47698"/>
                </a:lnTo>
                <a:lnTo>
                  <a:pt x="2234" y="38788"/>
                </a:lnTo>
                <a:lnTo>
                  <a:pt x="0" y="27995"/>
                </a:lnTo>
                <a:lnTo>
                  <a:pt x="2149" y="17202"/>
                </a:lnTo>
                <a:lnTo>
                  <a:pt x="8063" y="8292"/>
                </a:lnTo>
                <a:lnTo>
                  <a:pt x="16945" y="2234"/>
                </a:lnTo>
                <a:lnTo>
                  <a:pt x="27995" y="0"/>
                </a:lnTo>
                <a:lnTo>
                  <a:pt x="38797" y="2234"/>
                </a:lnTo>
                <a:lnTo>
                  <a:pt x="47774" y="8292"/>
                </a:lnTo>
                <a:lnTo>
                  <a:pt x="54012" y="17202"/>
                </a:lnTo>
                <a:lnTo>
                  <a:pt x="56599" y="27995"/>
                </a:lnTo>
                <a:lnTo>
                  <a:pt x="54364" y="38788"/>
                </a:lnTo>
                <a:lnTo>
                  <a:pt x="48306" y="47698"/>
                </a:lnTo>
                <a:lnTo>
                  <a:pt x="39396" y="53755"/>
                </a:lnTo>
                <a:lnTo>
                  <a:pt x="28603" y="5599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7843044" y="91508"/>
            <a:ext cx="57150" cy="56515"/>
          </a:xfrm>
          <a:custGeom>
            <a:avLst/>
            <a:gdLst/>
            <a:ahLst/>
            <a:cxnLst/>
            <a:rect l="l" t="t" r="r" b="b"/>
            <a:pathLst>
              <a:path w="57150" h="56514">
                <a:moveTo>
                  <a:pt x="28603" y="55990"/>
                </a:moveTo>
                <a:lnTo>
                  <a:pt x="27995" y="55990"/>
                </a:lnTo>
                <a:lnTo>
                  <a:pt x="17202" y="53755"/>
                </a:lnTo>
                <a:lnTo>
                  <a:pt x="8292" y="47698"/>
                </a:lnTo>
                <a:lnTo>
                  <a:pt x="2234" y="38788"/>
                </a:lnTo>
                <a:lnTo>
                  <a:pt x="0" y="27995"/>
                </a:lnTo>
                <a:lnTo>
                  <a:pt x="2149" y="17202"/>
                </a:lnTo>
                <a:lnTo>
                  <a:pt x="8063" y="8292"/>
                </a:lnTo>
                <a:lnTo>
                  <a:pt x="16945" y="2234"/>
                </a:lnTo>
                <a:lnTo>
                  <a:pt x="27995" y="0"/>
                </a:lnTo>
                <a:lnTo>
                  <a:pt x="38797" y="2225"/>
                </a:lnTo>
                <a:lnTo>
                  <a:pt x="47774" y="8216"/>
                </a:lnTo>
                <a:lnTo>
                  <a:pt x="54012" y="16945"/>
                </a:lnTo>
                <a:lnTo>
                  <a:pt x="56599" y="27386"/>
                </a:lnTo>
                <a:lnTo>
                  <a:pt x="54364" y="38531"/>
                </a:lnTo>
                <a:lnTo>
                  <a:pt x="48307" y="47622"/>
                </a:lnTo>
                <a:lnTo>
                  <a:pt x="39396" y="53746"/>
                </a:lnTo>
                <a:lnTo>
                  <a:pt x="28603" y="5599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6897900" y="24500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5906" y="57074"/>
                </a:moveTo>
                <a:lnTo>
                  <a:pt x="28603" y="57074"/>
                </a:lnTo>
                <a:lnTo>
                  <a:pt x="24952" y="57074"/>
                </a:lnTo>
                <a:lnTo>
                  <a:pt x="15823" y="54031"/>
                </a:lnTo>
                <a:lnTo>
                  <a:pt x="14606" y="52814"/>
                </a:lnTo>
                <a:lnTo>
                  <a:pt x="12780" y="52205"/>
                </a:lnTo>
                <a:lnTo>
                  <a:pt x="11563" y="50988"/>
                </a:lnTo>
                <a:lnTo>
                  <a:pt x="9737" y="49771"/>
                </a:lnTo>
                <a:lnTo>
                  <a:pt x="7303" y="47337"/>
                </a:lnTo>
                <a:lnTo>
                  <a:pt x="6085" y="45511"/>
                </a:lnTo>
                <a:lnTo>
                  <a:pt x="3651" y="43077"/>
                </a:lnTo>
                <a:lnTo>
                  <a:pt x="0" y="32122"/>
                </a:lnTo>
                <a:lnTo>
                  <a:pt x="0" y="21167"/>
                </a:lnTo>
                <a:lnTo>
                  <a:pt x="3042" y="13864"/>
                </a:lnTo>
                <a:lnTo>
                  <a:pt x="9737" y="7170"/>
                </a:lnTo>
                <a:lnTo>
                  <a:pt x="11563" y="5952"/>
                </a:lnTo>
                <a:lnTo>
                  <a:pt x="12780" y="4735"/>
                </a:lnTo>
                <a:lnTo>
                  <a:pt x="14606" y="3518"/>
                </a:lnTo>
                <a:lnTo>
                  <a:pt x="15823" y="2909"/>
                </a:lnTo>
                <a:lnTo>
                  <a:pt x="23126" y="475"/>
                </a:lnTo>
                <a:lnTo>
                  <a:pt x="30030" y="0"/>
                </a:lnTo>
                <a:lnTo>
                  <a:pt x="36819" y="1236"/>
                </a:lnTo>
                <a:lnTo>
                  <a:pt x="43152" y="4069"/>
                </a:lnTo>
                <a:lnTo>
                  <a:pt x="48687" y="8387"/>
                </a:lnTo>
                <a:lnTo>
                  <a:pt x="54164" y="13864"/>
                </a:lnTo>
                <a:lnTo>
                  <a:pt x="56599" y="21167"/>
                </a:lnTo>
                <a:lnTo>
                  <a:pt x="56599" y="32122"/>
                </a:lnTo>
                <a:lnTo>
                  <a:pt x="53556" y="41251"/>
                </a:lnTo>
                <a:lnTo>
                  <a:pt x="52338" y="43076"/>
                </a:lnTo>
                <a:lnTo>
                  <a:pt x="51730" y="44294"/>
                </a:lnTo>
                <a:lnTo>
                  <a:pt x="50513" y="46119"/>
                </a:lnTo>
                <a:lnTo>
                  <a:pt x="48078" y="48554"/>
                </a:lnTo>
                <a:lnTo>
                  <a:pt x="43210" y="54031"/>
                </a:lnTo>
                <a:lnTo>
                  <a:pt x="35906" y="57074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7437721" y="24365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27995" y="55990"/>
                </a:moveTo>
                <a:lnTo>
                  <a:pt x="17202" y="53755"/>
                </a:lnTo>
                <a:lnTo>
                  <a:pt x="8292" y="47698"/>
                </a:lnTo>
                <a:lnTo>
                  <a:pt x="2234" y="38788"/>
                </a:lnTo>
                <a:lnTo>
                  <a:pt x="0" y="27995"/>
                </a:lnTo>
                <a:lnTo>
                  <a:pt x="2234" y="17202"/>
                </a:lnTo>
                <a:lnTo>
                  <a:pt x="8292" y="8292"/>
                </a:lnTo>
                <a:lnTo>
                  <a:pt x="17202" y="2234"/>
                </a:lnTo>
                <a:lnTo>
                  <a:pt x="27995" y="0"/>
                </a:lnTo>
                <a:lnTo>
                  <a:pt x="38788" y="2149"/>
                </a:lnTo>
                <a:lnTo>
                  <a:pt x="47698" y="8063"/>
                </a:lnTo>
                <a:lnTo>
                  <a:pt x="53755" y="16945"/>
                </a:lnTo>
                <a:lnTo>
                  <a:pt x="55990" y="27995"/>
                </a:lnTo>
                <a:lnTo>
                  <a:pt x="53841" y="38788"/>
                </a:lnTo>
                <a:lnTo>
                  <a:pt x="47926" y="47698"/>
                </a:lnTo>
                <a:lnTo>
                  <a:pt x="39044" y="53755"/>
                </a:lnTo>
                <a:lnTo>
                  <a:pt x="27995" y="5599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7302613" y="24426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603" y="56599"/>
                </a:moveTo>
                <a:lnTo>
                  <a:pt x="27995" y="56599"/>
                </a:lnTo>
                <a:lnTo>
                  <a:pt x="17202" y="54364"/>
                </a:lnTo>
                <a:lnTo>
                  <a:pt x="8292" y="48306"/>
                </a:lnTo>
                <a:lnTo>
                  <a:pt x="2234" y="39396"/>
                </a:lnTo>
                <a:lnTo>
                  <a:pt x="0" y="28603"/>
                </a:lnTo>
                <a:lnTo>
                  <a:pt x="2149" y="17458"/>
                </a:lnTo>
                <a:lnTo>
                  <a:pt x="8063" y="8368"/>
                </a:lnTo>
                <a:lnTo>
                  <a:pt x="16945" y="2244"/>
                </a:lnTo>
                <a:lnTo>
                  <a:pt x="27995" y="0"/>
                </a:lnTo>
                <a:lnTo>
                  <a:pt x="39140" y="1901"/>
                </a:lnTo>
                <a:lnTo>
                  <a:pt x="48230" y="7911"/>
                </a:lnTo>
                <a:lnTo>
                  <a:pt x="54354" y="17116"/>
                </a:lnTo>
                <a:lnTo>
                  <a:pt x="56599" y="28603"/>
                </a:lnTo>
                <a:lnTo>
                  <a:pt x="54364" y="39396"/>
                </a:lnTo>
                <a:lnTo>
                  <a:pt x="48306" y="48306"/>
                </a:lnTo>
                <a:lnTo>
                  <a:pt x="39396" y="54364"/>
                </a:lnTo>
                <a:lnTo>
                  <a:pt x="28603" y="56599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7168114" y="244264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27995" y="56599"/>
                </a:moveTo>
                <a:lnTo>
                  <a:pt x="17202" y="54364"/>
                </a:lnTo>
                <a:lnTo>
                  <a:pt x="8292" y="48306"/>
                </a:lnTo>
                <a:lnTo>
                  <a:pt x="2234" y="39396"/>
                </a:lnTo>
                <a:lnTo>
                  <a:pt x="0" y="28603"/>
                </a:lnTo>
                <a:lnTo>
                  <a:pt x="2234" y="17458"/>
                </a:lnTo>
                <a:lnTo>
                  <a:pt x="8292" y="8368"/>
                </a:lnTo>
                <a:lnTo>
                  <a:pt x="17202" y="2244"/>
                </a:lnTo>
                <a:lnTo>
                  <a:pt x="27995" y="0"/>
                </a:lnTo>
                <a:lnTo>
                  <a:pt x="39044" y="2244"/>
                </a:lnTo>
                <a:lnTo>
                  <a:pt x="47926" y="8368"/>
                </a:lnTo>
                <a:lnTo>
                  <a:pt x="53841" y="17458"/>
                </a:lnTo>
                <a:lnTo>
                  <a:pt x="55990" y="28603"/>
                </a:lnTo>
                <a:lnTo>
                  <a:pt x="53841" y="39396"/>
                </a:lnTo>
                <a:lnTo>
                  <a:pt x="47926" y="48306"/>
                </a:lnTo>
                <a:lnTo>
                  <a:pt x="39044" y="54364"/>
                </a:lnTo>
                <a:lnTo>
                  <a:pt x="27995" y="56599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7033616" y="245481"/>
            <a:ext cx="57150" cy="56515"/>
          </a:xfrm>
          <a:custGeom>
            <a:avLst/>
            <a:gdLst/>
            <a:ahLst/>
            <a:cxnLst/>
            <a:rect l="l" t="t" r="r" b="b"/>
            <a:pathLst>
              <a:path w="57150" h="56514">
                <a:moveTo>
                  <a:pt x="28603" y="55990"/>
                </a:moveTo>
                <a:lnTo>
                  <a:pt x="27995" y="55990"/>
                </a:lnTo>
                <a:lnTo>
                  <a:pt x="17202" y="53755"/>
                </a:lnTo>
                <a:lnTo>
                  <a:pt x="8292" y="47698"/>
                </a:lnTo>
                <a:lnTo>
                  <a:pt x="2234" y="38788"/>
                </a:lnTo>
                <a:lnTo>
                  <a:pt x="0" y="27995"/>
                </a:lnTo>
                <a:lnTo>
                  <a:pt x="2149" y="17202"/>
                </a:lnTo>
                <a:lnTo>
                  <a:pt x="8063" y="8292"/>
                </a:lnTo>
                <a:lnTo>
                  <a:pt x="16945" y="2234"/>
                </a:lnTo>
                <a:lnTo>
                  <a:pt x="27995" y="0"/>
                </a:lnTo>
                <a:lnTo>
                  <a:pt x="38797" y="1882"/>
                </a:lnTo>
                <a:lnTo>
                  <a:pt x="47774" y="7759"/>
                </a:lnTo>
                <a:lnTo>
                  <a:pt x="54012" y="16603"/>
                </a:lnTo>
                <a:lnTo>
                  <a:pt x="56599" y="27386"/>
                </a:lnTo>
                <a:lnTo>
                  <a:pt x="54364" y="38531"/>
                </a:lnTo>
                <a:lnTo>
                  <a:pt x="48306" y="47622"/>
                </a:lnTo>
                <a:lnTo>
                  <a:pt x="39396" y="53746"/>
                </a:lnTo>
                <a:lnTo>
                  <a:pt x="28603" y="5599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7706719" y="242438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27995" y="55990"/>
                </a:moveTo>
                <a:lnTo>
                  <a:pt x="17202" y="53755"/>
                </a:lnTo>
                <a:lnTo>
                  <a:pt x="8292" y="47698"/>
                </a:lnTo>
                <a:lnTo>
                  <a:pt x="2234" y="38788"/>
                </a:lnTo>
                <a:lnTo>
                  <a:pt x="0" y="27995"/>
                </a:lnTo>
                <a:lnTo>
                  <a:pt x="2234" y="17202"/>
                </a:lnTo>
                <a:lnTo>
                  <a:pt x="8292" y="8292"/>
                </a:lnTo>
                <a:lnTo>
                  <a:pt x="17202" y="2234"/>
                </a:lnTo>
                <a:lnTo>
                  <a:pt x="27995" y="0"/>
                </a:lnTo>
                <a:lnTo>
                  <a:pt x="39130" y="2139"/>
                </a:lnTo>
                <a:lnTo>
                  <a:pt x="48154" y="7987"/>
                </a:lnTo>
                <a:lnTo>
                  <a:pt x="54098" y="16688"/>
                </a:lnTo>
                <a:lnTo>
                  <a:pt x="55990" y="27386"/>
                </a:lnTo>
                <a:lnTo>
                  <a:pt x="53841" y="38531"/>
                </a:lnTo>
                <a:lnTo>
                  <a:pt x="47926" y="47622"/>
                </a:lnTo>
                <a:lnTo>
                  <a:pt x="39045" y="53746"/>
                </a:lnTo>
                <a:lnTo>
                  <a:pt x="27995" y="5599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7572220" y="243047"/>
            <a:ext cx="57150" cy="56515"/>
          </a:xfrm>
          <a:custGeom>
            <a:avLst/>
            <a:gdLst/>
            <a:ahLst/>
            <a:cxnLst/>
            <a:rect l="l" t="t" r="r" b="b"/>
            <a:pathLst>
              <a:path w="57150" h="56514">
                <a:moveTo>
                  <a:pt x="28603" y="55990"/>
                </a:moveTo>
                <a:lnTo>
                  <a:pt x="27995" y="55990"/>
                </a:lnTo>
                <a:lnTo>
                  <a:pt x="17202" y="53755"/>
                </a:lnTo>
                <a:lnTo>
                  <a:pt x="8292" y="47698"/>
                </a:lnTo>
                <a:lnTo>
                  <a:pt x="2234" y="38788"/>
                </a:lnTo>
                <a:lnTo>
                  <a:pt x="0" y="27995"/>
                </a:lnTo>
                <a:lnTo>
                  <a:pt x="2149" y="17202"/>
                </a:lnTo>
                <a:lnTo>
                  <a:pt x="8063" y="8292"/>
                </a:lnTo>
                <a:lnTo>
                  <a:pt x="16945" y="2234"/>
                </a:lnTo>
                <a:lnTo>
                  <a:pt x="27995" y="0"/>
                </a:lnTo>
                <a:lnTo>
                  <a:pt x="39054" y="2149"/>
                </a:lnTo>
                <a:lnTo>
                  <a:pt x="48002" y="8063"/>
                </a:lnTo>
                <a:lnTo>
                  <a:pt x="54098" y="16945"/>
                </a:lnTo>
                <a:lnTo>
                  <a:pt x="56599" y="27995"/>
                </a:lnTo>
                <a:lnTo>
                  <a:pt x="54364" y="38788"/>
                </a:lnTo>
                <a:lnTo>
                  <a:pt x="48306" y="47698"/>
                </a:lnTo>
                <a:lnTo>
                  <a:pt x="39396" y="53755"/>
                </a:lnTo>
                <a:lnTo>
                  <a:pt x="28603" y="5599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6897291" y="404324"/>
            <a:ext cx="57150" cy="57785"/>
          </a:xfrm>
          <a:custGeom>
            <a:avLst/>
            <a:gdLst/>
            <a:ahLst/>
            <a:cxnLst/>
            <a:rect l="l" t="t" r="r" b="b"/>
            <a:pathLst>
              <a:path w="57150" h="57784">
                <a:moveTo>
                  <a:pt x="31646" y="57207"/>
                </a:moveTo>
                <a:lnTo>
                  <a:pt x="27995" y="57207"/>
                </a:lnTo>
                <a:lnTo>
                  <a:pt x="24343" y="57207"/>
                </a:lnTo>
                <a:lnTo>
                  <a:pt x="15214" y="54164"/>
                </a:lnTo>
                <a:lnTo>
                  <a:pt x="13997" y="52947"/>
                </a:lnTo>
                <a:lnTo>
                  <a:pt x="12171" y="52338"/>
                </a:lnTo>
                <a:lnTo>
                  <a:pt x="10954" y="51121"/>
                </a:lnTo>
                <a:lnTo>
                  <a:pt x="9128" y="49904"/>
                </a:lnTo>
                <a:lnTo>
                  <a:pt x="2434" y="43210"/>
                </a:lnTo>
                <a:lnTo>
                  <a:pt x="0" y="35906"/>
                </a:lnTo>
                <a:lnTo>
                  <a:pt x="0" y="21300"/>
                </a:lnTo>
                <a:lnTo>
                  <a:pt x="3042" y="13997"/>
                </a:lnTo>
                <a:lnTo>
                  <a:pt x="9737" y="7303"/>
                </a:lnTo>
                <a:lnTo>
                  <a:pt x="11563" y="6085"/>
                </a:lnTo>
                <a:lnTo>
                  <a:pt x="12780" y="4868"/>
                </a:lnTo>
                <a:lnTo>
                  <a:pt x="14606" y="3651"/>
                </a:lnTo>
                <a:lnTo>
                  <a:pt x="15823" y="3042"/>
                </a:lnTo>
                <a:lnTo>
                  <a:pt x="23126" y="608"/>
                </a:lnTo>
                <a:lnTo>
                  <a:pt x="26778" y="0"/>
                </a:lnTo>
                <a:lnTo>
                  <a:pt x="30429" y="0"/>
                </a:lnTo>
                <a:lnTo>
                  <a:pt x="34081" y="608"/>
                </a:lnTo>
                <a:lnTo>
                  <a:pt x="35906" y="608"/>
                </a:lnTo>
                <a:lnTo>
                  <a:pt x="37732" y="1217"/>
                </a:lnTo>
                <a:lnTo>
                  <a:pt x="39558" y="2434"/>
                </a:lnTo>
                <a:lnTo>
                  <a:pt x="41384" y="3042"/>
                </a:lnTo>
                <a:lnTo>
                  <a:pt x="42601" y="4260"/>
                </a:lnTo>
                <a:lnTo>
                  <a:pt x="44427" y="4868"/>
                </a:lnTo>
                <a:lnTo>
                  <a:pt x="46252" y="6085"/>
                </a:lnTo>
                <a:lnTo>
                  <a:pt x="54164" y="13997"/>
                </a:lnTo>
                <a:lnTo>
                  <a:pt x="56599" y="21300"/>
                </a:lnTo>
                <a:lnTo>
                  <a:pt x="56599" y="35906"/>
                </a:lnTo>
                <a:lnTo>
                  <a:pt x="53556" y="43210"/>
                </a:lnTo>
                <a:lnTo>
                  <a:pt x="46861" y="49904"/>
                </a:lnTo>
                <a:lnTo>
                  <a:pt x="45035" y="51121"/>
                </a:lnTo>
                <a:lnTo>
                  <a:pt x="42601" y="53556"/>
                </a:lnTo>
                <a:lnTo>
                  <a:pt x="31646" y="57207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7436504" y="403107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27995" y="56599"/>
                </a:moveTo>
                <a:lnTo>
                  <a:pt x="17202" y="54364"/>
                </a:lnTo>
                <a:lnTo>
                  <a:pt x="8292" y="48307"/>
                </a:lnTo>
                <a:lnTo>
                  <a:pt x="2234" y="39396"/>
                </a:lnTo>
                <a:lnTo>
                  <a:pt x="0" y="28603"/>
                </a:lnTo>
                <a:lnTo>
                  <a:pt x="2234" y="17458"/>
                </a:lnTo>
                <a:lnTo>
                  <a:pt x="8292" y="8368"/>
                </a:lnTo>
                <a:lnTo>
                  <a:pt x="17202" y="2244"/>
                </a:lnTo>
                <a:lnTo>
                  <a:pt x="27995" y="0"/>
                </a:lnTo>
                <a:lnTo>
                  <a:pt x="38788" y="2158"/>
                </a:lnTo>
                <a:lnTo>
                  <a:pt x="47698" y="8139"/>
                </a:lnTo>
                <a:lnTo>
                  <a:pt x="53755" y="17202"/>
                </a:lnTo>
                <a:lnTo>
                  <a:pt x="55990" y="28603"/>
                </a:lnTo>
                <a:lnTo>
                  <a:pt x="53841" y="39396"/>
                </a:lnTo>
                <a:lnTo>
                  <a:pt x="47926" y="48307"/>
                </a:lnTo>
                <a:lnTo>
                  <a:pt x="39044" y="54364"/>
                </a:lnTo>
                <a:lnTo>
                  <a:pt x="27995" y="56599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7302005" y="40371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603" y="56599"/>
                </a:moveTo>
                <a:lnTo>
                  <a:pt x="27995" y="56599"/>
                </a:lnTo>
                <a:lnTo>
                  <a:pt x="17202" y="54364"/>
                </a:lnTo>
                <a:lnTo>
                  <a:pt x="8292" y="48306"/>
                </a:lnTo>
                <a:lnTo>
                  <a:pt x="2234" y="39396"/>
                </a:lnTo>
                <a:lnTo>
                  <a:pt x="0" y="28603"/>
                </a:lnTo>
                <a:lnTo>
                  <a:pt x="2149" y="17458"/>
                </a:lnTo>
                <a:lnTo>
                  <a:pt x="8063" y="8368"/>
                </a:lnTo>
                <a:lnTo>
                  <a:pt x="16945" y="2244"/>
                </a:lnTo>
                <a:lnTo>
                  <a:pt x="27995" y="0"/>
                </a:lnTo>
                <a:lnTo>
                  <a:pt x="38797" y="2158"/>
                </a:lnTo>
                <a:lnTo>
                  <a:pt x="47774" y="8139"/>
                </a:lnTo>
                <a:lnTo>
                  <a:pt x="54012" y="17202"/>
                </a:lnTo>
                <a:lnTo>
                  <a:pt x="56599" y="28603"/>
                </a:lnTo>
                <a:lnTo>
                  <a:pt x="54364" y="39396"/>
                </a:lnTo>
                <a:lnTo>
                  <a:pt x="48306" y="48306"/>
                </a:lnTo>
                <a:lnTo>
                  <a:pt x="39396" y="54364"/>
                </a:lnTo>
                <a:lnTo>
                  <a:pt x="28603" y="56599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7166897" y="404324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27995" y="56599"/>
                </a:moveTo>
                <a:lnTo>
                  <a:pt x="17202" y="54364"/>
                </a:lnTo>
                <a:lnTo>
                  <a:pt x="8292" y="48307"/>
                </a:lnTo>
                <a:lnTo>
                  <a:pt x="2234" y="39396"/>
                </a:lnTo>
                <a:lnTo>
                  <a:pt x="0" y="28603"/>
                </a:lnTo>
                <a:lnTo>
                  <a:pt x="2234" y="17458"/>
                </a:lnTo>
                <a:lnTo>
                  <a:pt x="8292" y="8368"/>
                </a:lnTo>
                <a:lnTo>
                  <a:pt x="17202" y="2244"/>
                </a:lnTo>
                <a:lnTo>
                  <a:pt x="27995" y="0"/>
                </a:lnTo>
                <a:lnTo>
                  <a:pt x="39130" y="2158"/>
                </a:lnTo>
                <a:lnTo>
                  <a:pt x="48154" y="8139"/>
                </a:lnTo>
                <a:lnTo>
                  <a:pt x="54098" y="17202"/>
                </a:lnTo>
                <a:lnTo>
                  <a:pt x="55990" y="28603"/>
                </a:lnTo>
                <a:lnTo>
                  <a:pt x="53841" y="39396"/>
                </a:lnTo>
                <a:lnTo>
                  <a:pt x="47926" y="48307"/>
                </a:lnTo>
                <a:lnTo>
                  <a:pt x="39044" y="54364"/>
                </a:lnTo>
                <a:lnTo>
                  <a:pt x="27995" y="56599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7032399" y="404932"/>
            <a:ext cx="57150" cy="56515"/>
          </a:xfrm>
          <a:custGeom>
            <a:avLst/>
            <a:gdLst/>
            <a:ahLst/>
            <a:cxnLst/>
            <a:rect l="l" t="t" r="r" b="b"/>
            <a:pathLst>
              <a:path w="57150" h="56515">
                <a:moveTo>
                  <a:pt x="28603" y="55990"/>
                </a:moveTo>
                <a:lnTo>
                  <a:pt x="27995" y="55990"/>
                </a:lnTo>
                <a:lnTo>
                  <a:pt x="17202" y="53755"/>
                </a:lnTo>
                <a:lnTo>
                  <a:pt x="8292" y="47698"/>
                </a:lnTo>
                <a:lnTo>
                  <a:pt x="2234" y="38788"/>
                </a:lnTo>
                <a:lnTo>
                  <a:pt x="0" y="27995"/>
                </a:lnTo>
                <a:lnTo>
                  <a:pt x="2149" y="17202"/>
                </a:lnTo>
                <a:lnTo>
                  <a:pt x="8063" y="8292"/>
                </a:lnTo>
                <a:lnTo>
                  <a:pt x="16945" y="2234"/>
                </a:lnTo>
                <a:lnTo>
                  <a:pt x="27995" y="0"/>
                </a:lnTo>
                <a:lnTo>
                  <a:pt x="38797" y="2139"/>
                </a:lnTo>
                <a:lnTo>
                  <a:pt x="47774" y="7987"/>
                </a:lnTo>
                <a:lnTo>
                  <a:pt x="54012" y="16688"/>
                </a:lnTo>
                <a:lnTo>
                  <a:pt x="56599" y="27386"/>
                </a:lnTo>
                <a:lnTo>
                  <a:pt x="54364" y="38531"/>
                </a:lnTo>
                <a:lnTo>
                  <a:pt x="48306" y="47622"/>
                </a:lnTo>
                <a:lnTo>
                  <a:pt x="39396" y="53746"/>
                </a:lnTo>
                <a:lnTo>
                  <a:pt x="28603" y="5599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7571003" y="402498"/>
            <a:ext cx="57150" cy="56515"/>
          </a:xfrm>
          <a:custGeom>
            <a:avLst/>
            <a:gdLst/>
            <a:ahLst/>
            <a:cxnLst/>
            <a:rect l="l" t="t" r="r" b="b"/>
            <a:pathLst>
              <a:path w="57150" h="56515">
                <a:moveTo>
                  <a:pt x="28603" y="55990"/>
                </a:moveTo>
                <a:lnTo>
                  <a:pt x="27995" y="55990"/>
                </a:lnTo>
                <a:lnTo>
                  <a:pt x="17202" y="53755"/>
                </a:lnTo>
                <a:lnTo>
                  <a:pt x="8292" y="47698"/>
                </a:lnTo>
                <a:lnTo>
                  <a:pt x="2234" y="38788"/>
                </a:lnTo>
                <a:lnTo>
                  <a:pt x="0" y="27995"/>
                </a:lnTo>
                <a:lnTo>
                  <a:pt x="2149" y="17202"/>
                </a:lnTo>
                <a:lnTo>
                  <a:pt x="8063" y="8292"/>
                </a:lnTo>
                <a:lnTo>
                  <a:pt x="16945" y="2234"/>
                </a:lnTo>
                <a:lnTo>
                  <a:pt x="27995" y="0"/>
                </a:lnTo>
                <a:lnTo>
                  <a:pt x="39054" y="2149"/>
                </a:lnTo>
                <a:lnTo>
                  <a:pt x="48002" y="8063"/>
                </a:lnTo>
                <a:lnTo>
                  <a:pt x="54098" y="16945"/>
                </a:lnTo>
                <a:lnTo>
                  <a:pt x="56599" y="27995"/>
                </a:lnTo>
                <a:lnTo>
                  <a:pt x="54364" y="38788"/>
                </a:lnTo>
                <a:lnTo>
                  <a:pt x="48306" y="47698"/>
                </a:lnTo>
                <a:lnTo>
                  <a:pt x="39396" y="53755"/>
                </a:lnTo>
                <a:lnTo>
                  <a:pt x="28603" y="5599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6896074" y="574273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35906" y="56446"/>
                </a:moveTo>
                <a:lnTo>
                  <a:pt x="27995" y="56446"/>
                </a:lnTo>
                <a:lnTo>
                  <a:pt x="20692" y="56446"/>
                </a:lnTo>
                <a:lnTo>
                  <a:pt x="13389" y="53403"/>
                </a:lnTo>
                <a:lnTo>
                  <a:pt x="2434" y="42449"/>
                </a:lnTo>
                <a:lnTo>
                  <a:pt x="0" y="35146"/>
                </a:lnTo>
                <a:lnTo>
                  <a:pt x="0" y="20540"/>
                </a:lnTo>
                <a:lnTo>
                  <a:pt x="3042" y="13236"/>
                </a:lnTo>
                <a:lnTo>
                  <a:pt x="8520" y="7759"/>
                </a:lnTo>
                <a:lnTo>
                  <a:pt x="17611" y="1939"/>
                </a:lnTo>
                <a:lnTo>
                  <a:pt x="28299" y="0"/>
                </a:lnTo>
                <a:lnTo>
                  <a:pt x="38987" y="1939"/>
                </a:lnTo>
                <a:lnTo>
                  <a:pt x="48078" y="7759"/>
                </a:lnTo>
                <a:lnTo>
                  <a:pt x="53556" y="13236"/>
                </a:lnTo>
                <a:lnTo>
                  <a:pt x="55990" y="20540"/>
                </a:lnTo>
                <a:lnTo>
                  <a:pt x="55990" y="35146"/>
                </a:lnTo>
                <a:lnTo>
                  <a:pt x="52947" y="42449"/>
                </a:lnTo>
                <a:lnTo>
                  <a:pt x="47470" y="47926"/>
                </a:lnTo>
                <a:lnTo>
                  <a:pt x="43210" y="53403"/>
                </a:lnTo>
                <a:lnTo>
                  <a:pt x="35906" y="56446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7435287" y="571687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27995" y="56599"/>
                </a:moveTo>
                <a:lnTo>
                  <a:pt x="17202" y="54364"/>
                </a:lnTo>
                <a:lnTo>
                  <a:pt x="8292" y="48306"/>
                </a:lnTo>
                <a:lnTo>
                  <a:pt x="2234" y="39396"/>
                </a:lnTo>
                <a:lnTo>
                  <a:pt x="0" y="28603"/>
                </a:lnTo>
                <a:lnTo>
                  <a:pt x="2234" y="17458"/>
                </a:lnTo>
                <a:lnTo>
                  <a:pt x="8292" y="8368"/>
                </a:lnTo>
                <a:lnTo>
                  <a:pt x="17202" y="2244"/>
                </a:lnTo>
                <a:lnTo>
                  <a:pt x="27995" y="0"/>
                </a:lnTo>
                <a:lnTo>
                  <a:pt x="38788" y="2244"/>
                </a:lnTo>
                <a:lnTo>
                  <a:pt x="47698" y="8368"/>
                </a:lnTo>
                <a:lnTo>
                  <a:pt x="53755" y="17458"/>
                </a:lnTo>
                <a:lnTo>
                  <a:pt x="55990" y="28603"/>
                </a:lnTo>
                <a:lnTo>
                  <a:pt x="53841" y="39396"/>
                </a:lnTo>
                <a:lnTo>
                  <a:pt x="47926" y="48306"/>
                </a:lnTo>
                <a:lnTo>
                  <a:pt x="39044" y="54364"/>
                </a:lnTo>
                <a:lnTo>
                  <a:pt x="27995" y="56599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7300788" y="57229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603" y="56599"/>
                </a:moveTo>
                <a:lnTo>
                  <a:pt x="27995" y="56599"/>
                </a:lnTo>
                <a:lnTo>
                  <a:pt x="17202" y="54364"/>
                </a:lnTo>
                <a:lnTo>
                  <a:pt x="8292" y="48306"/>
                </a:lnTo>
                <a:lnTo>
                  <a:pt x="2234" y="39396"/>
                </a:lnTo>
                <a:lnTo>
                  <a:pt x="0" y="28603"/>
                </a:lnTo>
                <a:lnTo>
                  <a:pt x="2149" y="17458"/>
                </a:lnTo>
                <a:lnTo>
                  <a:pt x="8063" y="8368"/>
                </a:lnTo>
                <a:lnTo>
                  <a:pt x="16945" y="2244"/>
                </a:lnTo>
                <a:lnTo>
                  <a:pt x="27995" y="0"/>
                </a:lnTo>
                <a:lnTo>
                  <a:pt x="38797" y="2244"/>
                </a:lnTo>
                <a:lnTo>
                  <a:pt x="47774" y="8368"/>
                </a:lnTo>
                <a:lnTo>
                  <a:pt x="54012" y="17458"/>
                </a:lnTo>
                <a:lnTo>
                  <a:pt x="56599" y="28603"/>
                </a:lnTo>
                <a:lnTo>
                  <a:pt x="54364" y="39396"/>
                </a:lnTo>
                <a:lnTo>
                  <a:pt x="48306" y="48306"/>
                </a:lnTo>
                <a:lnTo>
                  <a:pt x="39396" y="54364"/>
                </a:lnTo>
                <a:lnTo>
                  <a:pt x="28603" y="56599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7165680" y="572904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27995" y="55990"/>
                </a:moveTo>
                <a:lnTo>
                  <a:pt x="17202" y="53755"/>
                </a:lnTo>
                <a:lnTo>
                  <a:pt x="8292" y="47698"/>
                </a:lnTo>
                <a:lnTo>
                  <a:pt x="2234" y="38788"/>
                </a:lnTo>
                <a:lnTo>
                  <a:pt x="0" y="27995"/>
                </a:lnTo>
                <a:lnTo>
                  <a:pt x="2234" y="17202"/>
                </a:lnTo>
                <a:lnTo>
                  <a:pt x="8292" y="8292"/>
                </a:lnTo>
                <a:lnTo>
                  <a:pt x="17202" y="2234"/>
                </a:lnTo>
                <a:lnTo>
                  <a:pt x="27995" y="0"/>
                </a:lnTo>
                <a:lnTo>
                  <a:pt x="39130" y="2234"/>
                </a:lnTo>
                <a:lnTo>
                  <a:pt x="48154" y="8292"/>
                </a:lnTo>
                <a:lnTo>
                  <a:pt x="54098" y="17202"/>
                </a:lnTo>
                <a:lnTo>
                  <a:pt x="55990" y="27995"/>
                </a:lnTo>
                <a:lnTo>
                  <a:pt x="53841" y="38788"/>
                </a:lnTo>
                <a:lnTo>
                  <a:pt x="47926" y="47698"/>
                </a:lnTo>
                <a:lnTo>
                  <a:pt x="39044" y="53755"/>
                </a:lnTo>
                <a:lnTo>
                  <a:pt x="27995" y="5599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7031182" y="573512"/>
            <a:ext cx="57150" cy="56515"/>
          </a:xfrm>
          <a:custGeom>
            <a:avLst/>
            <a:gdLst/>
            <a:ahLst/>
            <a:cxnLst/>
            <a:rect l="l" t="t" r="r" b="b"/>
            <a:pathLst>
              <a:path w="57150" h="56515">
                <a:moveTo>
                  <a:pt x="28603" y="55990"/>
                </a:moveTo>
                <a:lnTo>
                  <a:pt x="27995" y="55990"/>
                </a:lnTo>
                <a:lnTo>
                  <a:pt x="17202" y="53755"/>
                </a:lnTo>
                <a:lnTo>
                  <a:pt x="8292" y="47698"/>
                </a:lnTo>
                <a:lnTo>
                  <a:pt x="2234" y="38788"/>
                </a:lnTo>
                <a:lnTo>
                  <a:pt x="0" y="27995"/>
                </a:lnTo>
                <a:lnTo>
                  <a:pt x="2149" y="17202"/>
                </a:lnTo>
                <a:lnTo>
                  <a:pt x="8063" y="8292"/>
                </a:lnTo>
                <a:lnTo>
                  <a:pt x="16945" y="2234"/>
                </a:lnTo>
                <a:lnTo>
                  <a:pt x="27995" y="0"/>
                </a:lnTo>
                <a:lnTo>
                  <a:pt x="38797" y="2225"/>
                </a:lnTo>
                <a:lnTo>
                  <a:pt x="47774" y="8216"/>
                </a:lnTo>
                <a:lnTo>
                  <a:pt x="54012" y="16945"/>
                </a:lnTo>
                <a:lnTo>
                  <a:pt x="56599" y="27386"/>
                </a:lnTo>
                <a:lnTo>
                  <a:pt x="54364" y="38531"/>
                </a:lnTo>
                <a:lnTo>
                  <a:pt x="48306" y="47622"/>
                </a:lnTo>
                <a:lnTo>
                  <a:pt x="39396" y="53746"/>
                </a:lnTo>
                <a:lnTo>
                  <a:pt x="28603" y="5599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6894857" y="742225"/>
            <a:ext cx="57785" cy="57150"/>
          </a:xfrm>
          <a:custGeom>
            <a:avLst/>
            <a:gdLst/>
            <a:ahLst/>
            <a:cxnLst/>
            <a:rect l="l" t="t" r="r" b="b"/>
            <a:pathLst>
              <a:path w="57784" h="57150">
                <a:moveTo>
                  <a:pt x="35906" y="57074"/>
                </a:moveTo>
                <a:lnTo>
                  <a:pt x="27995" y="57074"/>
                </a:lnTo>
                <a:lnTo>
                  <a:pt x="24343" y="57074"/>
                </a:lnTo>
                <a:lnTo>
                  <a:pt x="15214" y="54031"/>
                </a:lnTo>
                <a:lnTo>
                  <a:pt x="13389" y="52814"/>
                </a:lnTo>
                <a:lnTo>
                  <a:pt x="12171" y="52205"/>
                </a:lnTo>
                <a:lnTo>
                  <a:pt x="10954" y="50988"/>
                </a:lnTo>
                <a:lnTo>
                  <a:pt x="9128" y="49771"/>
                </a:lnTo>
                <a:lnTo>
                  <a:pt x="2434" y="43077"/>
                </a:lnTo>
                <a:lnTo>
                  <a:pt x="0" y="35773"/>
                </a:lnTo>
                <a:lnTo>
                  <a:pt x="0" y="21167"/>
                </a:lnTo>
                <a:lnTo>
                  <a:pt x="3042" y="13864"/>
                </a:lnTo>
                <a:lnTo>
                  <a:pt x="9737" y="7170"/>
                </a:lnTo>
                <a:lnTo>
                  <a:pt x="11563" y="5952"/>
                </a:lnTo>
                <a:lnTo>
                  <a:pt x="13997" y="3518"/>
                </a:lnTo>
                <a:lnTo>
                  <a:pt x="23126" y="475"/>
                </a:lnTo>
                <a:lnTo>
                  <a:pt x="30030" y="0"/>
                </a:lnTo>
                <a:lnTo>
                  <a:pt x="36819" y="1236"/>
                </a:lnTo>
                <a:lnTo>
                  <a:pt x="43152" y="4069"/>
                </a:lnTo>
                <a:lnTo>
                  <a:pt x="48687" y="8387"/>
                </a:lnTo>
                <a:lnTo>
                  <a:pt x="49904" y="9604"/>
                </a:lnTo>
                <a:lnTo>
                  <a:pt x="51121" y="11430"/>
                </a:lnTo>
                <a:lnTo>
                  <a:pt x="53556" y="13864"/>
                </a:lnTo>
                <a:lnTo>
                  <a:pt x="57207" y="24819"/>
                </a:lnTo>
                <a:lnTo>
                  <a:pt x="57207" y="35773"/>
                </a:lnTo>
                <a:lnTo>
                  <a:pt x="54164" y="43076"/>
                </a:lnTo>
                <a:lnTo>
                  <a:pt x="43210" y="54031"/>
                </a:lnTo>
                <a:lnTo>
                  <a:pt x="35906" y="57074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7029965" y="742701"/>
            <a:ext cx="57150" cy="56515"/>
          </a:xfrm>
          <a:custGeom>
            <a:avLst/>
            <a:gdLst/>
            <a:ahLst/>
            <a:cxnLst/>
            <a:rect l="l" t="t" r="r" b="b"/>
            <a:pathLst>
              <a:path w="57150" h="56515">
                <a:moveTo>
                  <a:pt x="28603" y="55990"/>
                </a:moveTo>
                <a:lnTo>
                  <a:pt x="27995" y="55990"/>
                </a:lnTo>
                <a:lnTo>
                  <a:pt x="17202" y="53755"/>
                </a:lnTo>
                <a:lnTo>
                  <a:pt x="8292" y="47698"/>
                </a:lnTo>
                <a:lnTo>
                  <a:pt x="2234" y="38788"/>
                </a:lnTo>
                <a:lnTo>
                  <a:pt x="0" y="27995"/>
                </a:lnTo>
                <a:lnTo>
                  <a:pt x="2149" y="17202"/>
                </a:lnTo>
                <a:lnTo>
                  <a:pt x="8063" y="8292"/>
                </a:lnTo>
                <a:lnTo>
                  <a:pt x="16945" y="2234"/>
                </a:lnTo>
                <a:lnTo>
                  <a:pt x="27995" y="0"/>
                </a:lnTo>
                <a:lnTo>
                  <a:pt x="39054" y="2149"/>
                </a:lnTo>
                <a:lnTo>
                  <a:pt x="48002" y="8063"/>
                </a:lnTo>
                <a:lnTo>
                  <a:pt x="54098" y="16945"/>
                </a:lnTo>
                <a:lnTo>
                  <a:pt x="56599" y="27995"/>
                </a:lnTo>
                <a:lnTo>
                  <a:pt x="54364" y="38788"/>
                </a:lnTo>
                <a:lnTo>
                  <a:pt x="48306" y="47698"/>
                </a:lnTo>
                <a:lnTo>
                  <a:pt x="39396" y="53755"/>
                </a:lnTo>
                <a:lnTo>
                  <a:pt x="28603" y="5599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7164463" y="742092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27995" y="56599"/>
                </a:moveTo>
                <a:lnTo>
                  <a:pt x="17202" y="54364"/>
                </a:lnTo>
                <a:lnTo>
                  <a:pt x="8292" y="48306"/>
                </a:lnTo>
                <a:lnTo>
                  <a:pt x="2234" y="39396"/>
                </a:lnTo>
                <a:lnTo>
                  <a:pt x="0" y="28603"/>
                </a:lnTo>
                <a:lnTo>
                  <a:pt x="2234" y="17458"/>
                </a:lnTo>
                <a:lnTo>
                  <a:pt x="8292" y="8368"/>
                </a:lnTo>
                <a:lnTo>
                  <a:pt x="17202" y="2244"/>
                </a:lnTo>
                <a:lnTo>
                  <a:pt x="27995" y="0"/>
                </a:lnTo>
                <a:lnTo>
                  <a:pt x="39130" y="2158"/>
                </a:lnTo>
                <a:lnTo>
                  <a:pt x="48154" y="8139"/>
                </a:lnTo>
                <a:lnTo>
                  <a:pt x="54098" y="17202"/>
                </a:lnTo>
                <a:lnTo>
                  <a:pt x="55990" y="28603"/>
                </a:lnTo>
                <a:lnTo>
                  <a:pt x="53841" y="39396"/>
                </a:lnTo>
                <a:lnTo>
                  <a:pt x="47926" y="48306"/>
                </a:lnTo>
                <a:lnTo>
                  <a:pt x="39044" y="54364"/>
                </a:lnTo>
                <a:lnTo>
                  <a:pt x="27995" y="56599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7299570" y="74148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603" y="56599"/>
                </a:moveTo>
                <a:lnTo>
                  <a:pt x="27995" y="56599"/>
                </a:lnTo>
                <a:lnTo>
                  <a:pt x="17202" y="54364"/>
                </a:lnTo>
                <a:lnTo>
                  <a:pt x="8292" y="48306"/>
                </a:lnTo>
                <a:lnTo>
                  <a:pt x="2234" y="39396"/>
                </a:lnTo>
                <a:lnTo>
                  <a:pt x="0" y="28603"/>
                </a:lnTo>
                <a:lnTo>
                  <a:pt x="2149" y="17459"/>
                </a:lnTo>
                <a:lnTo>
                  <a:pt x="8063" y="8368"/>
                </a:lnTo>
                <a:lnTo>
                  <a:pt x="16945" y="2244"/>
                </a:lnTo>
                <a:lnTo>
                  <a:pt x="27995" y="0"/>
                </a:lnTo>
                <a:lnTo>
                  <a:pt x="38797" y="2158"/>
                </a:lnTo>
                <a:lnTo>
                  <a:pt x="47774" y="8139"/>
                </a:lnTo>
                <a:lnTo>
                  <a:pt x="54012" y="17202"/>
                </a:lnTo>
                <a:lnTo>
                  <a:pt x="56599" y="28603"/>
                </a:lnTo>
                <a:lnTo>
                  <a:pt x="54364" y="39396"/>
                </a:lnTo>
                <a:lnTo>
                  <a:pt x="48306" y="48306"/>
                </a:lnTo>
                <a:lnTo>
                  <a:pt x="39396" y="54364"/>
                </a:lnTo>
                <a:lnTo>
                  <a:pt x="28603" y="56599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6893640" y="911281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4" h="57784">
                <a:moveTo>
                  <a:pt x="35906" y="57207"/>
                </a:moveTo>
                <a:lnTo>
                  <a:pt x="28603" y="57207"/>
                </a:lnTo>
                <a:lnTo>
                  <a:pt x="21300" y="57207"/>
                </a:lnTo>
                <a:lnTo>
                  <a:pt x="13997" y="54164"/>
                </a:lnTo>
                <a:lnTo>
                  <a:pt x="7303" y="47470"/>
                </a:lnTo>
                <a:lnTo>
                  <a:pt x="6085" y="45644"/>
                </a:lnTo>
                <a:lnTo>
                  <a:pt x="3651" y="43210"/>
                </a:lnTo>
                <a:lnTo>
                  <a:pt x="0" y="32255"/>
                </a:lnTo>
                <a:lnTo>
                  <a:pt x="0" y="24952"/>
                </a:lnTo>
                <a:lnTo>
                  <a:pt x="1217" y="21300"/>
                </a:lnTo>
                <a:lnTo>
                  <a:pt x="1217" y="19474"/>
                </a:lnTo>
                <a:lnTo>
                  <a:pt x="2434" y="17649"/>
                </a:lnTo>
                <a:lnTo>
                  <a:pt x="3042" y="15823"/>
                </a:lnTo>
                <a:lnTo>
                  <a:pt x="4260" y="13997"/>
                </a:lnTo>
                <a:lnTo>
                  <a:pt x="4868" y="12780"/>
                </a:lnTo>
                <a:lnTo>
                  <a:pt x="6085" y="11563"/>
                </a:lnTo>
                <a:lnTo>
                  <a:pt x="7303" y="9737"/>
                </a:lnTo>
                <a:lnTo>
                  <a:pt x="9737" y="7303"/>
                </a:lnTo>
                <a:lnTo>
                  <a:pt x="11563" y="6086"/>
                </a:lnTo>
                <a:lnTo>
                  <a:pt x="12780" y="4868"/>
                </a:lnTo>
                <a:lnTo>
                  <a:pt x="14606" y="3651"/>
                </a:lnTo>
                <a:lnTo>
                  <a:pt x="15823" y="3042"/>
                </a:lnTo>
                <a:lnTo>
                  <a:pt x="23126" y="608"/>
                </a:lnTo>
                <a:lnTo>
                  <a:pt x="26778" y="0"/>
                </a:lnTo>
                <a:lnTo>
                  <a:pt x="30429" y="0"/>
                </a:lnTo>
                <a:lnTo>
                  <a:pt x="34081" y="608"/>
                </a:lnTo>
                <a:lnTo>
                  <a:pt x="35906" y="608"/>
                </a:lnTo>
                <a:lnTo>
                  <a:pt x="37732" y="1217"/>
                </a:lnTo>
                <a:lnTo>
                  <a:pt x="39558" y="2434"/>
                </a:lnTo>
                <a:lnTo>
                  <a:pt x="41384" y="3043"/>
                </a:lnTo>
                <a:lnTo>
                  <a:pt x="42601" y="4260"/>
                </a:lnTo>
                <a:lnTo>
                  <a:pt x="44427" y="4868"/>
                </a:lnTo>
                <a:lnTo>
                  <a:pt x="46252" y="6085"/>
                </a:lnTo>
                <a:lnTo>
                  <a:pt x="49904" y="9737"/>
                </a:lnTo>
                <a:lnTo>
                  <a:pt x="51121" y="11563"/>
                </a:lnTo>
                <a:lnTo>
                  <a:pt x="53556" y="13997"/>
                </a:lnTo>
                <a:lnTo>
                  <a:pt x="57207" y="24952"/>
                </a:lnTo>
                <a:lnTo>
                  <a:pt x="57207" y="32255"/>
                </a:lnTo>
                <a:lnTo>
                  <a:pt x="54164" y="41384"/>
                </a:lnTo>
                <a:lnTo>
                  <a:pt x="52947" y="43210"/>
                </a:lnTo>
                <a:lnTo>
                  <a:pt x="52338" y="44427"/>
                </a:lnTo>
                <a:lnTo>
                  <a:pt x="51121" y="46252"/>
                </a:lnTo>
                <a:lnTo>
                  <a:pt x="43210" y="54164"/>
                </a:lnTo>
                <a:lnTo>
                  <a:pt x="35906" y="57207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7163246" y="910672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27995" y="56599"/>
                </a:moveTo>
                <a:lnTo>
                  <a:pt x="17202" y="54364"/>
                </a:lnTo>
                <a:lnTo>
                  <a:pt x="8292" y="48307"/>
                </a:lnTo>
                <a:lnTo>
                  <a:pt x="2234" y="39396"/>
                </a:lnTo>
                <a:lnTo>
                  <a:pt x="0" y="28603"/>
                </a:lnTo>
                <a:lnTo>
                  <a:pt x="2234" y="17459"/>
                </a:lnTo>
                <a:lnTo>
                  <a:pt x="8292" y="8368"/>
                </a:lnTo>
                <a:lnTo>
                  <a:pt x="17202" y="2244"/>
                </a:lnTo>
                <a:lnTo>
                  <a:pt x="27995" y="0"/>
                </a:lnTo>
                <a:lnTo>
                  <a:pt x="39130" y="2244"/>
                </a:lnTo>
                <a:lnTo>
                  <a:pt x="48154" y="8368"/>
                </a:lnTo>
                <a:lnTo>
                  <a:pt x="54098" y="17458"/>
                </a:lnTo>
                <a:lnTo>
                  <a:pt x="55990" y="28603"/>
                </a:lnTo>
                <a:lnTo>
                  <a:pt x="53841" y="39396"/>
                </a:lnTo>
                <a:lnTo>
                  <a:pt x="47926" y="48307"/>
                </a:lnTo>
                <a:lnTo>
                  <a:pt x="39044" y="54364"/>
                </a:lnTo>
                <a:lnTo>
                  <a:pt x="27995" y="56599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7028748" y="911281"/>
            <a:ext cx="57150" cy="56515"/>
          </a:xfrm>
          <a:custGeom>
            <a:avLst/>
            <a:gdLst/>
            <a:ahLst/>
            <a:cxnLst/>
            <a:rect l="l" t="t" r="r" b="b"/>
            <a:pathLst>
              <a:path w="57150" h="56515">
                <a:moveTo>
                  <a:pt x="28603" y="55990"/>
                </a:moveTo>
                <a:lnTo>
                  <a:pt x="27995" y="55990"/>
                </a:lnTo>
                <a:lnTo>
                  <a:pt x="17202" y="53755"/>
                </a:lnTo>
                <a:lnTo>
                  <a:pt x="8292" y="47698"/>
                </a:lnTo>
                <a:lnTo>
                  <a:pt x="2234" y="38788"/>
                </a:lnTo>
                <a:lnTo>
                  <a:pt x="0" y="27995"/>
                </a:lnTo>
                <a:lnTo>
                  <a:pt x="2149" y="17202"/>
                </a:lnTo>
                <a:lnTo>
                  <a:pt x="8063" y="8292"/>
                </a:lnTo>
                <a:lnTo>
                  <a:pt x="16945" y="2234"/>
                </a:lnTo>
                <a:lnTo>
                  <a:pt x="27995" y="0"/>
                </a:lnTo>
                <a:lnTo>
                  <a:pt x="39140" y="2234"/>
                </a:lnTo>
                <a:lnTo>
                  <a:pt x="48230" y="8292"/>
                </a:lnTo>
                <a:lnTo>
                  <a:pt x="54354" y="17202"/>
                </a:lnTo>
                <a:lnTo>
                  <a:pt x="56599" y="27995"/>
                </a:lnTo>
                <a:lnTo>
                  <a:pt x="54364" y="38788"/>
                </a:lnTo>
                <a:lnTo>
                  <a:pt x="48306" y="47698"/>
                </a:lnTo>
                <a:lnTo>
                  <a:pt x="39396" y="53755"/>
                </a:lnTo>
                <a:lnTo>
                  <a:pt x="28603" y="5599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6892423" y="1060995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4" h="57784">
                <a:moveTo>
                  <a:pt x="35906" y="57207"/>
                </a:moveTo>
                <a:lnTo>
                  <a:pt x="28603" y="57207"/>
                </a:lnTo>
                <a:lnTo>
                  <a:pt x="21300" y="57207"/>
                </a:lnTo>
                <a:lnTo>
                  <a:pt x="13997" y="54164"/>
                </a:lnTo>
                <a:lnTo>
                  <a:pt x="7303" y="47470"/>
                </a:lnTo>
                <a:lnTo>
                  <a:pt x="6085" y="45644"/>
                </a:lnTo>
                <a:lnTo>
                  <a:pt x="3651" y="43209"/>
                </a:lnTo>
                <a:lnTo>
                  <a:pt x="0" y="32255"/>
                </a:lnTo>
                <a:lnTo>
                  <a:pt x="0" y="24952"/>
                </a:lnTo>
                <a:lnTo>
                  <a:pt x="1217" y="21300"/>
                </a:lnTo>
                <a:lnTo>
                  <a:pt x="1217" y="19474"/>
                </a:lnTo>
                <a:lnTo>
                  <a:pt x="2434" y="17649"/>
                </a:lnTo>
                <a:lnTo>
                  <a:pt x="3042" y="15823"/>
                </a:lnTo>
                <a:lnTo>
                  <a:pt x="4260" y="13997"/>
                </a:lnTo>
                <a:lnTo>
                  <a:pt x="4868" y="12780"/>
                </a:lnTo>
                <a:lnTo>
                  <a:pt x="6085" y="11563"/>
                </a:lnTo>
                <a:lnTo>
                  <a:pt x="7303" y="9737"/>
                </a:lnTo>
                <a:lnTo>
                  <a:pt x="9737" y="7303"/>
                </a:lnTo>
                <a:lnTo>
                  <a:pt x="11563" y="6085"/>
                </a:lnTo>
                <a:lnTo>
                  <a:pt x="12780" y="4868"/>
                </a:lnTo>
                <a:lnTo>
                  <a:pt x="14606" y="3651"/>
                </a:lnTo>
                <a:lnTo>
                  <a:pt x="15823" y="3042"/>
                </a:lnTo>
                <a:lnTo>
                  <a:pt x="23126" y="608"/>
                </a:lnTo>
                <a:lnTo>
                  <a:pt x="26778" y="0"/>
                </a:lnTo>
                <a:lnTo>
                  <a:pt x="30429" y="0"/>
                </a:lnTo>
                <a:lnTo>
                  <a:pt x="34081" y="608"/>
                </a:lnTo>
                <a:lnTo>
                  <a:pt x="35906" y="608"/>
                </a:lnTo>
                <a:lnTo>
                  <a:pt x="37732" y="1217"/>
                </a:lnTo>
                <a:lnTo>
                  <a:pt x="39558" y="2434"/>
                </a:lnTo>
                <a:lnTo>
                  <a:pt x="41384" y="3043"/>
                </a:lnTo>
                <a:lnTo>
                  <a:pt x="42601" y="4260"/>
                </a:lnTo>
                <a:lnTo>
                  <a:pt x="44427" y="4868"/>
                </a:lnTo>
                <a:lnTo>
                  <a:pt x="46252" y="6085"/>
                </a:lnTo>
                <a:lnTo>
                  <a:pt x="49904" y="9737"/>
                </a:lnTo>
                <a:lnTo>
                  <a:pt x="51121" y="11563"/>
                </a:lnTo>
                <a:lnTo>
                  <a:pt x="53556" y="13997"/>
                </a:lnTo>
                <a:lnTo>
                  <a:pt x="57207" y="24952"/>
                </a:lnTo>
                <a:lnTo>
                  <a:pt x="57207" y="32255"/>
                </a:lnTo>
                <a:lnTo>
                  <a:pt x="54164" y="41384"/>
                </a:lnTo>
                <a:lnTo>
                  <a:pt x="52947" y="43209"/>
                </a:lnTo>
                <a:lnTo>
                  <a:pt x="52338" y="44427"/>
                </a:lnTo>
                <a:lnTo>
                  <a:pt x="51121" y="46252"/>
                </a:lnTo>
                <a:lnTo>
                  <a:pt x="48687" y="48687"/>
                </a:lnTo>
                <a:lnTo>
                  <a:pt x="43210" y="54773"/>
                </a:lnTo>
                <a:lnTo>
                  <a:pt x="35906" y="57207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7027531" y="1061603"/>
            <a:ext cx="57150" cy="56515"/>
          </a:xfrm>
          <a:custGeom>
            <a:avLst/>
            <a:gdLst/>
            <a:ahLst/>
            <a:cxnLst/>
            <a:rect l="l" t="t" r="r" b="b"/>
            <a:pathLst>
              <a:path w="57150" h="56515">
                <a:moveTo>
                  <a:pt x="28603" y="55990"/>
                </a:moveTo>
                <a:lnTo>
                  <a:pt x="27995" y="55990"/>
                </a:lnTo>
                <a:lnTo>
                  <a:pt x="17202" y="53755"/>
                </a:lnTo>
                <a:lnTo>
                  <a:pt x="8292" y="47698"/>
                </a:lnTo>
                <a:lnTo>
                  <a:pt x="2234" y="38788"/>
                </a:lnTo>
                <a:lnTo>
                  <a:pt x="0" y="27995"/>
                </a:lnTo>
                <a:lnTo>
                  <a:pt x="2149" y="17202"/>
                </a:lnTo>
                <a:lnTo>
                  <a:pt x="8063" y="8292"/>
                </a:lnTo>
                <a:lnTo>
                  <a:pt x="16945" y="2234"/>
                </a:lnTo>
                <a:lnTo>
                  <a:pt x="27995" y="0"/>
                </a:lnTo>
                <a:lnTo>
                  <a:pt x="39140" y="2149"/>
                </a:lnTo>
                <a:lnTo>
                  <a:pt x="48230" y="8063"/>
                </a:lnTo>
                <a:lnTo>
                  <a:pt x="54354" y="16945"/>
                </a:lnTo>
                <a:lnTo>
                  <a:pt x="56599" y="27995"/>
                </a:lnTo>
                <a:lnTo>
                  <a:pt x="54364" y="38788"/>
                </a:lnTo>
                <a:lnTo>
                  <a:pt x="48306" y="47698"/>
                </a:lnTo>
                <a:lnTo>
                  <a:pt x="39396" y="53755"/>
                </a:lnTo>
                <a:lnTo>
                  <a:pt x="28603" y="55990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6891813" y="1221054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4" h="57784">
                <a:moveTo>
                  <a:pt x="35298" y="57207"/>
                </a:moveTo>
                <a:lnTo>
                  <a:pt x="27995" y="56598"/>
                </a:lnTo>
                <a:lnTo>
                  <a:pt x="20692" y="56598"/>
                </a:lnTo>
                <a:lnTo>
                  <a:pt x="13389" y="53556"/>
                </a:lnTo>
                <a:lnTo>
                  <a:pt x="6694" y="46861"/>
                </a:lnTo>
                <a:lnTo>
                  <a:pt x="5477" y="45035"/>
                </a:lnTo>
                <a:lnTo>
                  <a:pt x="3042" y="42601"/>
                </a:lnTo>
                <a:lnTo>
                  <a:pt x="0" y="33472"/>
                </a:lnTo>
                <a:lnTo>
                  <a:pt x="0" y="24952"/>
                </a:lnTo>
                <a:lnTo>
                  <a:pt x="1217" y="21300"/>
                </a:lnTo>
                <a:lnTo>
                  <a:pt x="1217" y="19474"/>
                </a:lnTo>
                <a:lnTo>
                  <a:pt x="2434" y="17649"/>
                </a:lnTo>
                <a:lnTo>
                  <a:pt x="3042" y="15823"/>
                </a:lnTo>
                <a:lnTo>
                  <a:pt x="4260" y="13997"/>
                </a:lnTo>
                <a:lnTo>
                  <a:pt x="4868" y="12780"/>
                </a:lnTo>
                <a:lnTo>
                  <a:pt x="6085" y="11563"/>
                </a:lnTo>
                <a:lnTo>
                  <a:pt x="7303" y="9737"/>
                </a:lnTo>
                <a:lnTo>
                  <a:pt x="9737" y="7302"/>
                </a:lnTo>
                <a:lnTo>
                  <a:pt x="11563" y="6085"/>
                </a:lnTo>
                <a:lnTo>
                  <a:pt x="12780" y="4868"/>
                </a:lnTo>
                <a:lnTo>
                  <a:pt x="14606" y="3651"/>
                </a:lnTo>
                <a:lnTo>
                  <a:pt x="15823" y="3042"/>
                </a:lnTo>
                <a:lnTo>
                  <a:pt x="23126" y="608"/>
                </a:lnTo>
                <a:lnTo>
                  <a:pt x="26778" y="0"/>
                </a:lnTo>
                <a:lnTo>
                  <a:pt x="30429" y="0"/>
                </a:lnTo>
                <a:lnTo>
                  <a:pt x="34081" y="608"/>
                </a:lnTo>
                <a:lnTo>
                  <a:pt x="35906" y="608"/>
                </a:lnTo>
                <a:lnTo>
                  <a:pt x="37732" y="1217"/>
                </a:lnTo>
                <a:lnTo>
                  <a:pt x="39558" y="2434"/>
                </a:lnTo>
                <a:lnTo>
                  <a:pt x="41384" y="3042"/>
                </a:lnTo>
                <a:lnTo>
                  <a:pt x="42601" y="4260"/>
                </a:lnTo>
                <a:lnTo>
                  <a:pt x="44427" y="4868"/>
                </a:lnTo>
                <a:lnTo>
                  <a:pt x="46252" y="6085"/>
                </a:lnTo>
                <a:lnTo>
                  <a:pt x="49904" y="9737"/>
                </a:lnTo>
                <a:lnTo>
                  <a:pt x="51121" y="11563"/>
                </a:lnTo>
                <a:lnTo>
                  <a:pt x="53556" y="13997"/>
                </a:lnTo>
                <a:lnTo>
                  <a:pt x="57207" y="24952"/>
                </a:lnTo>
                <a:lnTo>
                  <a:pt x="57207" y="32255"/>
                </a:lnTo>
                <a:lnTo>
                  <a:pt x="54164" y="41384"/>
                </a:lnTo>
                <a:lnTo>
                  <a:pt x="52947" y="43209"/>
                </a:lnTo>
                <a:lnTo>
                  <a:pt x="52338" y="44426"/>
                </a:lnTo>
                <a:lnTo>
                  <a:pt x="51121" y="46252"/>
                </a:lnTo>
                <a:lnTo>
                  <a:pt x="48687" y="48687"/>
                </a:lnTo>
                <a:lnTo>
                  <a:pt x="42601" y="54164"/>
                </a:lnTo>
                <a:lnTo>
                  <a:pt x="35298" y="57207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7291659" y="0"/>
            <a:ext cx="996950" cy="20955"/>
          </a:xfrm>
          <a:custGeom>
            <a:avLst/>
            <a:gdLst/>
            <a:ahLst/>
            <a:cxnLst/>
            <a:rect l="l" t="t" r="r" b="b"/>
            <a:pathLst>
              <a:path w="996950" h="20955">
                <a:moveTo>
                  <a:pt x="996340" y="20911"/>
                </a:moveTo>
                <a:lnTo>
                  <a:pt x="0" y="20911"/>
                </a:lnTo>
                <a:lnTo>
                  <a:pt x="0" y="0"/>
                </a:lnTo>
                <a:lnTo>
                  <a:pt x="996340" y="0"/>
                </a:lnTo>
                <a:lnTo>
                  <a:pt x="996340" y="20911"/>
                </a:lnTo>
                <a:close/>
              </a:path>
            </a:pathLst>
          </a:custGeom>
          <a:solidFill>
            <a:srgbClr val="91E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7890514" y="1449276"/>
            <a:ext cx="397510" cy="382905"/>
          </a:xfrm>
          <a:custGeom>
            <a:avLst/>
            <a:gdLst/>
            <a:ahLst/>
            <a:cxnLst/>
            <a:rect l="l" t="t" r="r" b="b"/>
            <a:pathLst>
              <a:path w="397509" h="382905">
                <a:moveTo>
                  <a:pt x="397485" y="382819"/>
                </a:moveTo>
                <a:lnTo>
                  <a:pt x="350413" y="363591"/>
                </a:lnTo>
                <a:lnTo>
                  <a:pt x="308081" y="342514"/>
                </a:lnTo>
                <a:lnTo>
                  <a:pt x="267470" y="318666"/>
                </a:lnTo>
                <a:lnTo>
                  <a:pt x="228704" y="292170"/>
                </a:lnTo>
                <a:lnTo>
                  <a:pt x="191909" y="263154"/>
                </a:lnTo>
                <a:lnTo>
                  <a:pt x="157209" y="231742"/>
                </a:lnTo>
                <a:lnTo>
                  <a:pt x="124729" y="198060"/>
                </a:lnTo>
                <a:lnTo>
                  <a:pt x="94593" y="162234"/>
                </a:lnTo>
                <a:lnTo>
                  <a:pt x="66928" y="124389"/>
                </a:lnTo>
                <a:lnTo>
                  <a:pt x="41857" y="84652"/>
                </a:lnTo>
                <a:lnTo>
                  <a:pt x="19506" y="43146"/>
                </a:lnTo>
                <a:lnTo>
                  <a:pt x="0" y="0"/>
                </a:lnTo>
                <a:lnTo>
                  <a:pt x="92505" y="0"/>
                </a:lnTo>
                <a:lnTo>
                  <a:pt x="114889" y="42188"/>
                </a:lnTo>
                <a:lnTo>
                  <a:pt x="140456" y="82307"/>
                </a:lnTo>
                <a:lnTo>
                  <a:pt x="169036" y="120187"/>
                </a:lnTo>
                <a:lnTo>
                  <a:pt x="200459" y="155661"/>
                </a:lnTo>
                <a:lnTo>
                  <a:pt x="234553" y="188558"/>
                </a:lnTo>
                <a:lnTo>
                  <a:pt x="271149" y="218709"/>
                </a:lnTo>
                <a:lnTo>
                  <a:pt x="310077" y="245947"/>
                </a:lnTo>
                <a:lnTo>
                  <a:pt x="351166" y="270101"/>
                </a:lnTo>
                <a:lnTo>
                  <a:pt x="394245" y="291002"/>
                </a:lnTo>
                <a:lnTo>
                  <a:pt x="397485" y="292264"/>
                </a:lnTo>
                <a:lnTo>
                  <a:pt x="397485" y="382819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608" rIns="0" bIns="0" rtlCol="0">
            <a:spAutoFit/>
          </a:bodyPr>
          <a:lstStyle/>
          <a:p>
            <a:pPr marL="10541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Key</a:t>
            </a:r>
            <a:r>
              <a:rPr spc="-35" dirty="0"/>
              <a:t> </a:t>
            </a:r>
            <a:r>
              <a:rPr spc="95" dirty="0"/>
              <a:t>Learnings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494987" y="5052792"/>
            <a:ext cx="2308225" cy="2815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215" marR="60960" algn="ctr">
              <a:lnSpc>
                <a:spcPct val="116100"/>
              </a:lnSpc>
              <a:spcBef>
                <a:spcPts val="100"/>
              </a:spcBef>
            </a:pPr>
            <a:r>
              <a:rPr sz="2100" b="1" dirty="0">
                <a:solidFill>
                  <a:srgbClr val="1B1B1B"/>
                </a:solidFill>
                <a:latin typeface="Tahoma"/>
                <a:cs typeface="Tahoma"/>
              </a:rPr>
              <a:t>Sustainability</a:t>
            </a:r>
            <a:r>
              <a:rPr sz="2100" b="1" spc="36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-50" dirty="0">
                <a:solidFill>
                  <a:srgbClr val="1B1B1B"/>
                </a:solidFill>
                <a:latin typeface="Tahoma"/>
                <a:cs typeface="Tahoma"/>
              </a:rPr>
              <a:t>&amp; </a:t>
            </a:r>
            <a:r>
              <a:rPr sz="2100" b="1" spc="45" dirty="0">
                <a:solidFill>
                  <a:srgbClr val="1B1B1B"/>
                </a:solidFill>
                <a:latin typeface="Tahoma"/>
                <a:cs typeface="Tahoma"/>
              </a:rPr>
              <a:t>Responsible</a:t>
            </a:r>
            <a:r>
              <a:rPr sz="2100" b="1" spc="1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-25" dirty="0">
                <a:solidFill>
                  <a:srgbClr val="1B1B1B"/>
                </a:solidFill>
                <a:latin typeface="Tahoma"/>
                <a:cs typeface="Tahoma"/>
              </a:rPr>
              <a:t>AI</a:t>
            </a:r>
            <a:endParaRPr sz="2100">
              <a:latin typeface="Tahoma"/>
              <a:cs typeface="Tahoma"/>
            </a:endParaRPr>
          </a:p>
          <a:p>
            <a:pPr marL="12700" marR="5080" indent="-635" algn="ctr">
              <a:lnSpc>
                <a:spcPct val="116900"/>
              </a:lnSpc>
              <a:spcBef>
                <a:spcPts val="885"/>
              </a:spcBef>
            </a:pPr>
            <a:r>
              <a:rPr sz="155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Sustainability</a:t>
            </a:r>
            <a:r>
              <a:rPr sz="155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is </a:t>
            </a:r>
            <a:r>
              <a:rPr sz="155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everyone's</a:t>
            </a:r>
            <a:r>
              <a:rPr sz="155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responsibility. </a:t>
            </a:r>
            <a:r>
              <a:rPr sz="155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Responsible</a:t>
            </a:r>
            <a:r>
              <a:rPr sz="15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5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ethical use</a:t>
            </a:r>
            <a:r>
              <a:rPr sz="155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of</a:t>
            </a:r>
            <a:r>
              <a:rPr sz="155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AI</a:t>
            </a:r>
            <a:r>
              <a:rPr sz="155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is</a:t>
            </a:r>
            <a:r>
              <a:rPr sz="155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essential</a:t>
            </a:r>
            <a:r>
              <a:rPr sz="155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to </a:t>
            </a:r>
            <a:r>
              <a:rPr sz="155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ensure</a:t>
            </a:r>
            <a:r>
              <a:rPr sz="155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technology serves</a:t>
            </a:r>
            <a:r>
              <a:rPr sz="1550" spc="-9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people</a:t>
            </a:r>
            <a:r>
              <a:rPr sz="1550" spc="-9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550" spc="-9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the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planet.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8054471" y="5052792"/>
            <a:ext cx="2178685" cy="2815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4620" marR="126364" algn="ctr">
              <a:lnSpc>
                <a:spcPct val="116100"/>
              </a:lnSpc>
              <a:spcBef>
                <a:spcPts val="100"/>
              </a:spcBef>
            </a:pPr>
            <a:r>
              <a:rPr sz="2100" b="1" dirty="0">
                <a:solidFill>
                  <a:srgbClr val="1B1B1B"/>
                </a:solidFill>
                <a:latin typeface="Tahoma"/>
                <a:cs typeface="Tahoma"/>
              </a:rPr>
              <a:t>Green</a:t>
            </a:r>
            <a:r>
              <a:rPr sz="2100" b="1" spc="14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dirty="0">
                <a:solidFill>
                  <a:srgbClr val="1B1B1B"/>
                </a:solidFill>
                <a:latin typeface="Tahoma"/>
                <a:cs typeface="Tahoma"/>
              </a:rPr>
              <a:t>Skills</a:t>
            </a:r>
            <a:r>
              <a:rPr sz="2100" b="1" spc="14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-50" dirty="0">
                <a:solidFill>
                  <a:srgbClr val="1B1B1B"/>
                </a:solidFill>
                <a:latin typeface="Tahoma"/>
                <a:cs typeface="Tahoma"/>
              </a:rPr>
              <a:t>&amp; </a:t>
            </a:r>
            <a:r>
              <a:rPr sz="2100" b="1" spc="50" dirty="0">
                <a:solidFill>
                  <a:srgbClr val="1B1B1B"/>
                </a:solidFill>
                <a:latin typeface="Tahoma"/>
                <a:cs typeface="Tahoma"/>
              </a:rPr>
              <a:t>Data</a:t>
            </a:r>
            <a:r>
              <a:rPr sz="2100" b="1" spc="-1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35" dirty="0">
                <a:solidFill>
                  <a:srgbClr val="1B1B1B"/>
                </a:solidFill>
                <a:latin typeface="Tahoma"/>
                <a:cs typeface="Tahoma"/>
              </a:rPr>
              <a:t>Centres</a:t>
            </a:r>
            <a:endParaRPr sz="2100">
              <a:latin typeface="Tahoma"/>
              <a:cs typeface="Tahoma"/>
            </a:endParaRPr>
          </a:p>
          <a:p>
            <a:pPr marL="12065" marR="5080" algn="ctr">
              <a:lnSpc>
                <a:spcPct val="116900"/>
              </a:lnSpc>
              <a:spcBef>
                <a:spcPts val="885"/>
              </a:spcBef>
            </a:pP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Green</a:t>
            </a:r>
            <a:r>
              <a:rPr sz="15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skills</a:t>
            </a:r>
            <a:r>
              <a:rPr sz="15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enhance </a:t>
            </a:r>
            <a:r>
              <a:rPr sz="155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employability</a:t>
            </a:r>
            <a:r>
              <a:rPr sz="155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in</a:t>
            </a:r>
            <a:r>
              <a:rPr sz="15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future </a:t>
            </a:r>
            <a:r>
              <a:rPr sz="15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job</a:t>
            </a:r>
            <a:r>
              <a:rPr sz="15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markets.</a:t>
            </a:r>
            <a:r>
              <a:rPr sz="15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Data </a:t>
            </a:r>
            <a:r>
              <a:rPr sz="1550" dirty="0">
                <a:solidFill>
                  <a:srgbClr val="1B1B1B"/>
                </a:solidFill>
                <a:latin typeface="Lucida Sans Unicode"/>
                <a:cs typeface="Lucida Sans Unicode"/>
              </a:rPr>
              <a:t>centres</a:t>
            </a:r>
            <a:r>
              <a:rPr sz="1550" spc="-10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must</a:t>
            </a:r>
            <a:r>
              <a:rPr sz="1550" spc="-9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transition </a:t>
            </a:r>
            <a:r>
              <a:rPr sz="1550" dirty="0">
                <a:solidFill>
                  <a:srgbClr val="1B1B1B"/>
                </a:solidFill>
                <a:latin typeface="Lucida Sans Unicode"/>
                <a:cs typeface="Lucida Sans Unicode"/>
              </a:rPr>
              <a:t>to</a:t>
            </a:r>
            <a:r>
              <a:rPr sz="155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renewable</a:t>
            </a:r>
            <a:r>
              <a:rPr sz="155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energy </a:t>
            </a:r>
            <a:r>
              <a:rPr sz="155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sources</a:t>
            </a:r>
            <a:r>
              <a:rPr sz="1550" spc="-9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1B1B1B"/>
                </a:solidFill>
                <a:latin typeface="Lucida Sans Unicode"/>
                <a:cs typeface="Lucida Sans Unicode"/>
              </a:rPr>
              <a:t>to</a:t>
            </a:r>
            <a:r>
              <a:rPr sz="1550" spc="-9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1B1B1B"/>
                </a:solidFill>
                <a:latin typeface="Lucida Sans Unicode"/>
                <a:cs typeface="Lucida Sans Unicode"/>
              </a:rPr>
              <a:t>reduce</a:t>
            </a:r>
            <a:r>
              <a:rPr sz="155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their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carbon</a:t>
            </a:r>
            <a:r>
              <a:rPr sz="1550" spc="-10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footprint.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2544546" y="5052792"/>
            <a:ext cx="2197100" cy="2815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6100"/>
              </a:lnSpc>
              <a:spcBef>
                <a:spcPts val="100"/>
              </a:spcBef>
            </a:pPr>
            <a:r>
              <a:rPr sz="2100" b="1" spc="60" dirty="0">
                <a:solidFill>
                  <a:srgbClr val="1B1B1B"/>
                </a:solidFill>
                <a:latin typeface="Tahoma"/>
                <a:cs typeface="Tahoma"/>
              </a:rPr>
              <a:t>SDG</a:t>
            </a:r>
            <a:r>
              <a:rPr sz="2100" b="1" spc="-9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-285" dirty="0">
                <a:solidFill>
                  <a:srgbClr val="1B1B1B"/>
                </a:solidFill>
                <a:latin typeface="Tahoma"/>
                <a:cs typeface="Tahoma"/>
              </a:rPr>
              <a:t>17</a:t>
            </a:r>
            <a:r>
              <a:rPr sz="2100" b="1" spc="-2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dirty="0">
                <a:solidFill>
                  <a:srgbClr val="1B1B1B"/>
                </a:solidFill>
                <a:latin typeface="Tahoma"/>
                <a:cs typeface="Tahoma"/>
              </a:rPr>
              <a:t>&amp;</a:t>
            </a:r>
            <a:r>
              <a:rPr sz="2100" b="1" spc="-5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-10" dirty="0">
                <a:solidFill>
                  <a:srgbClr val="1B1B1B"/>
                </a:solidFill>
                <a:latin typeface="Tahoma"/>
                <a:cs typeface="Tahoma"/>
              </a:rPr>
              <a:t>Global Impact</a:t>
            </a:r>
            <a:endParaRPr sz="2100">
              <a:latin typeface="Tahoma"/>
              <a:cs typeface="Tahoma"/>
            </a:endParaRPr>
          </a:p>
          <a:p>
            <a:pPr marL="31115" marR="23495" algn="ctr">
              <a:lnSpc>
                <a:spcPct val="116900"/>
              </a:lnSpc>
              <a:spcBef>
                <a:spcPts val="885"/>
              </a:spcBef>
            </a:pPr>
            <a:r>
              <a:rPr sz="1550" dirty="0">
                <a:solidFill>
                  <a:srgbClr val="1B1B1B"/>
                </a:solidFill>
                <a:latin typeface="Lucida Sans Unicode"/>
                <a:cs typeface="Lucida Sans Unicode"/>
              </a:rPr>
              <a:t>SDG</a:t>
            </a:r>
            <a:r>
              <a:rPr sz="155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330" dirty="0">
                <a:solidFill>
                  <a:srgbClr val="1B1B1B"/>
                </a:solidFill>
                <a:latin typeface="Lucida Sans Unicode"/>
                <a:cs typeface="Lucida Sans Unicode"/>
              </a:rPr>
              <a:t>17</a:t>
            </a:r>
            <a:r>
              <a:rPr sz="155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requires </a:t>
            </a:r>
            <a:r>
              <a:rPr sz="155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collaboration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 across </a:t>
            </a:r>
            <a:r>
              <a:rPr sz="1550" dirty="0">
                <a:solidFill>
                  <a:srgbClr val="1B1B1B"/>
                </a:solidFill>
                <a:latin typeface="Lucida Sans Unicode"/>
                <a:cs typeface="Lucida Sans Unicode"/>
              </a:rPr>
              <a:t>sectors</a:t>
            </a:r>
            <a:r>
              <a:rPr sz="1550" spc="-10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550" spc="-9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citizens. </a:t>
            </a:r>
            <a:r>
              <a:rPr sz="155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Individual</a:t>
            </a:r>
            <a:r>
              <a:rPr sz="15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small</a:t>
            </a:r>
            <a:r>
              <a:rPr sz="15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actions </a:t>
            </a:r>
            <a:r>
              <a:rPr sz="155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collectively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create </a:t>
            </a:r>
            <a:r>
              <a:rPr sz="15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significant</a:t>
            </a:r>
            <a:r>
              <a:rPr sz="155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positive </a:t>
            </a:r>
            <a:r>
              <a:rPr sz="155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global</a:t>
            </a:r>
            <a:r>
              <a:rPr sz="15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impact.</a:t>
            </a:r>
            <a:endParaRPr sz="15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98092" y="0"/>
            <a:ext cx="5305425" cy="10287000"/>
            <a:chOff x="6498092" y="0"/>
            <a:chExt cx="5305425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98092" y="0"/>
              <a:ext cx="5305424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25934" y="4974242"/>
              <a:ext cx="695324" cy="11048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43611" y="7386982"/>
              <a:ext cx="857249" cy="17144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66876" y="3781957"/>
              <a:ext cx="962024" cy="10667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92354" y="6301436"/>
              <a:ext cx="1238249" cy="866774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-55"/>
            <a:ext cx="1603541" cy="155594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7295226" y="9247023"/>
            <a:ext cx="993140" cy="1040130"/>
          </a:xfrm>
          <a:custGeom>
            <a:avLst/>
            <a:gdLst/>
            <a:ahLst/>
            <a:cxnLst/>
            <a:rect l="l" t="t" r="r" b="b"/>
            <a:pathLst>
              <a:path w="993140" h="1040129">
                <a:moveTo>
                  <a:pt x="992772" y="1039976"/>
                </a:moveTo>
                <a:lnTo>
                  <a:pt x="0" y="1039976"/>
                </a:lnTo>
                <a:lnTo>
                  <a:pt x="1008" y="1036986"/>
                </a:lnTo>
                <a:lnTo>
                  <a:pt x="15185" y="997364"/>
                </a:lnTo>
                <a:lnTo>
                  <a:pt x="30328" y="958107"/>
                </a:lnTo>
                <a:lnTo>
                  <a:pt x="46432" y="919228"/>
                </a:lnTo>
                <a:lnTo>
                  <a:pt x="63483" y="880762"/>
                </a:lnTo>
                <a:lnTo>
                  <a:pt x="81475" y="842720"/>
                </a:lnTo>
                <a:lnTo>
                  <a:pt x="100393" y="805137"/>
                </a:lnTo>
                <a:lnTo>
                  <a:pt x="120231" y="768024"/>
                </a:lnTo>
                <a:lnTo>
                  <a:pt x="140970" y="731414"/>
                </a:lnTo>
                <a:lnTo>
                  <a:pt x="162604" y="695318"/>
                </a:lnTo>
                <a:lnTo>
                  <a:pt x="185115" y="659771"/>
                </a:lnTo>
                <a:lnTo>
                  <a:pt x="208495" y="624781"/>
                </a:lnTo>
                <a:lnTo>
                  <a:pt x="232722" y="590380"/>
                </a:lnTo>
                <a:lnTo>
                  <a:pt x="257791" y="556579"/>
                </a:lnTo>
                <a:lnTo>
                  <a:pt x="283677" y="523409"/>
                </a:lnTo>
                <a:lnTo>
                  <a:pt x="310374" y="490879"/>
                </a:lnTo>
                <a:lnTo>
                  <a:pt x="337857" y="459018"/>
                </a:lnTo>
                <a:lnTo>
                  <a:pt x="366117" y="427838"/>
                </a:lnTo>
                <a:lnTo>
                  <a:pt x="395130" y="397364"/>
                </a:lnTo>
                <a:lnTo>
                  <a:pt x="424887" y="367608"/>
                </a:lnTo>
                <a:lnTo>
                  <a:pt x="455360" y="338594"/>
                </a:lnTo>
                <a:lnTo>
                  <a:pt x="486541" y="310334"/>
                </a:lnTo>
                <a:lnTo>
                  <a:pt x="518402" y="282851"/>
                </a:lnTo>
                <a:lnTo>
                  <a:pt x="550932" y="256154"/>
                </a:lnTo>
                <a:lnTo>
                  <a:pt x="584102" y="230268"/>
                </a:lnTo>
                <a:lnTo>
                  <a:pt x="617903" y="205199"/>
                </a:lnTo>
                <a:lnTo>
                  <a:pt x="652303" y="180972"/>
                </a:lnTo>
                <a:lnTo>
                  <a:pt x="687293" y="157592"/>
                </a:lnTo>
                <a:lnTo>
                  <a:pt x="722841" y="135082"/>
                </a:lnTo>
                <a:lnTo>
                  <a:pt x="758937" y="113447"/>
                </a:lnTo>
                <a:lnTo>
                  <a:pt x="795547" y="92708"/>
                </a:lnTo>
                <a:lnTo>
                  <a:pt x="832660" y="72870"/>
                </a:lnTo>
                <a:lnTo>
                  <a:pt x="870243" y="53952"/>
                </a:lnTo>
                <a:lnTo>
                  <a:pt x="908285" y="35960"/>
                </a:lnTo>
                <a:lnTo>
                  <a:pt x="946751" y="18909"/>
                </a:lnTo>
                <a:lnTo>
                  <a:pt x="985630" y="2805"/>
                </a:lnTo>
                <a:lnTo>
                  <a:pt x="992772" y="0"/>
                </a:lnTo>
                <a:lnTo>
                  <a:pt x="992772" y="1039976"/>
                </a:lnTo>
                <a:close/>
              </a:path>
            </a:pathLst>
          </a:custGeom>
          <a:solidFill>
            <a:srgbClr val="AED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324026" y="844145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809079" y="844145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7280024" y="844145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736861" y="844145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152465" y="8482714"/>
            <a:ext cx="135890" cy="197485"/>
          </a:xfrm>
          <a:custGeom>
            <a:avLst/>
            <a:gdLst/>
            <a:ahLst/>
            <a:cxnLst/>
            <a:rect l="l" t="t" r="r" b="b"/>
            <a:pathLst>
              <a:path w="135890" h="197484">
                <a:moveTo>
                  <a:pt x="135533" y="197466"/>
                </a:moveTo>
                <a:lnTo>
                  <a:pt x="0" y="197466"/>
                </a:lnTo>
                <a:lnTo>
                  <a:pt x="135533" y="0"/>
                </a:lnTo>
                <a:lnTo>
                  <a:pt x="135533" y="197466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324026" y="8746373"/>
            <a:ext cx="335915" cy="238125"/>
          </a:xfrm>
          <a:custGeom>
            <a:avLst/>
            <a:gdLst/>
            <a:ahLst/>
            <a:cxnLst/>
            <a:rect l="l" t="t" r="r" b="b"/>
            <a:pathLst>
              <a:path w="335915" h="238125">
                <a:moveTo>
                  <a:pt x="335304" y="237642"/>
                </a:moveTo>
                <a:lnTo>
                  <a:pt x="0" y="237642"/>
                </a:lnTo>
                <a:lnTo>
                  <a:pt x="163854" y="0"/>
                </a:lnTo>
                <a:lnTo>
                  <a:pt x="335304" y="237642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809079" y="8746373"/>
            <a:ext cx="335915" cy="238125"/>
          </a:xfrm>
          <a:custGeom>
            <a:avLst/>
            <a:gdLst/>
            <a:ahLst/>
            <a:cxnLst/>
            <a:rect l="l" t="t" r="r" b="b"/>
            <a:pathLst>
              <a:path w="335915" h="238125">
                <a:moveTo>
                  <a:pt x="335304" y="237642"/>
                </a:moveTo>
                <a:lnTo>
                  <a:pt x="0" y="237642"/>
                </a:lnTo>
                <a:lnTo>
                  <a:pt x="163854" y="0"/>
                </a:lnTo>
                <a:lnTo>
                  <a:pt x="335304" y="237642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280024" y="8746373"/>
            <a:ext cx="335915" cy="238125"/>
          </a:xfrm>
          <a:custGeom>
            <a:avLst/>
            <a:gdLst/>
            <a:ahLst/>
            <a:cxnLst/>
            <a:rect l="l" t="t" r="r" b="b"/>
            <a:pathLst>
              <a:path w="335915" h="238125">
                <a:moveTo>
                  <a:pt x="335304" y="237642"/>
                </a:moveTo>
                <a:lnTo>
                  <a:pt x="0" y="237642"/>
                </a:lnTo>
                <a:lnTo>
                  <a:pt x="163854" y="0"/>
                </a:lnTo>
                <a:lnTo>
                  <a:pt x="335304" y="237642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736861" y="8746373"/>
            <a:ext cx="335915" cy="238125"/>
          </a:xfrm>
          <a:custGeom>
            <a:avLst/>
            <a:gdLst/>
            <a:ahLst/>
            <a:cxnLst/>
            <a:rect l="l" t="t" r="r" b="b"/>
            <a:pathLst>
              <a:path w="335915" h="238125">
                <a:moveTo>
                  <a:pt x="335304" y="237642"/>
                </a:moveTo>
                <a:lnTo>
                  <a:pt x="0" y="237642"/>
                </a:lnTo>
                <a:lnTo>
                  <a:pt x="163854" y="0"/>
                </a:lnTo>
                <a:lnTo>
                  <a:pt x="335304" y="237642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152465" y="8787447"/>
            <a:ext cx="135890" cy="196850"/>
          </a:xfrm>
          <a:custGeom>
            <a:avLst/>
            <a:gdLst/>
            <a:ahLst/>
            <a:cxnLst/>
            <a:rect l="l" t="t" r="r" b="b"/>
            <a:pathLst>
              <a:path w="135890" h="196850">
                <a:moveTo>
                  <a:pt x="135533" y="196568"/>
                </a:moveTo>
                <a:lnTo>
                  <a:pt x="0" y="196568"/>
                </a:lnTo>
                <a:lnTo>
                  <a:pt x="135533" y="0"/>
                </a:lnTo>
                <a:lnTo>
                  <a:pt x="135533" y="196568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324026" y="9064315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6809079" y="9064315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7280024" y="9064315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736861" y="9064315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152465" y="9105576"/>
            <a:ext cx="135890" cy="197485"/>
          </a:xfrm>
          <a:custGeom>
            <a:avLst/>
            <a:gdLst/>
            <a:ahLst/>
            <a:cxnLst/>
            <a:rect l="l" t="t" r="r" b="b"/>
            <a:pathLst>
              <a:path w="135890" h="197484">
                <a:moveTo>
                  <a:pt x="135533" y="197466"/>
                </a:moveTo>
                <a:lnTo>
                  <a:pt x="0" y="197466"/>
                </a:lnTo>
                <a:lnTo>
                  <a:pt x="135533" y="0"/>
                </a:lnTo>
                <a:lnTo>
                  <a:pt x="135533" y="197466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6324026" y="938334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6809079" y="938334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7280024" y="938334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7736861" y="938334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8152465" y="9424603"/>
            <a:ext cx="135890" cy="197485"/>
          </a:xfrm>
          <a:custGeom>
            <a:avLst/>
            <a:gdLst/>
            <a:ahLst/>
            <a:cxnLst/>
            <a:rect l="l" t="t" r="r" b="b"/>
            <a:pathLst>
              <a:path w="135890" h="197484">
                <a:moveTo>
                  <a:pt x="135533" y="197466"/>
                </a:moveTo>
                <a:lnTo>
                  <a:pt x="0" y="197466"/>
                </a:lnTo>
                <a:lnTo>
                  <a:pt x="135533" y="0"/>
                </a:lnTo>
                <a:lnTo>
                  <a:pt x="135533" y="197466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6324026" y="968826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6809079" y="968826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7280024" y="968826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7736861" y="9688262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8152465" y="9729524"/>
            <a:ext cx="135890" cy="197485"/>
          </a:xfrm>
          <a:custGeom>
            <a:avLst/>
            <a:gdLst/>
            <a:ahLst/>
            <a:cxnLst/>
            <a:rect l="l" t="t" r="r" b="b"/>
            <a:pathLst>
              <a:path w="135890" h="197484">
                <a:moveTo>
                  <a:pt x="135533" y="197466"/>
                </a:moveTo>
                <a:lnTo>
                  <a:pt x="0" y="197466"/>
                </a:lnTo>
                <a:lnTo>
                  <a:pt x="135533" y="0"/>
                </a:lnTo>
                <a:lnTo>
                  <a:pt x="135533" y="197466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6324026" y="10020311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6809079" y="10020311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7280024" y="10020311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7736861" y="10020311"/>
            <a:ext cx="335915" cy="238760"/>
          </a:xfrm>
          <a:custGeom>
            <a:avLst/>
            <a:gdLst/>
            <a:ahLst/>
            <a:cxnLst/>
            <a:rect l="l" t="t" r="r" b="b"/>
            <a:pathLst>
              <a:path w="335915" h="238759">
                <a:moveTo>
                  <a:pt x="335304" y="238727"/>
                </a:moveTo>
                <a:lnTo>
                  <a:pt x="0" y="238727"/>
                </a:lnTo>
                <a:lnTo>
                  <a:pt x="163854" y="0"/>
                </a:lnTo>
                <a:lnTo>
                  <a:pt x="335304" y="238727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8152465" y="10061573"/>
            <a:ext cx="135890" cy="197485"/>
          </a:xfrm>
          <a:custGeom>
            <a:avLst/>
            <a:gdLst/>
            <a:ahLst/>
            <a:cxnLst/>
            <a:rect l="l" t="t" r="r" b="b"/>
            <a:pathLst>
              <a:path w="135890" h="197484">
                <a:moveTo>
                  <a:pt x="135533" y="197466"/>
                </a:moveTo>
                <a:lnTo>
                  <a:pt x="0" y="197466"/>
                </a:lnTo>
                <a:lnTo>
                  <a:pt x="135533" y="0"/>
                </a:lnTo>
                <a:lnTo>
                  <a:pt x="135533" y="197466"/>
                </a:lnTo>
                <a:close/>
              </a:path>
            </a:pathLst>
          </a:custGeom>
          <a:solidFill>
            <a:srgbClr val="679E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 descr="$PPTXTitle"/>
          <p:cNvSpPr txBox="1">
            <a:spLocks noGrp="1"/>
          </p:cNvSpPr>
          <p:nvPr>
            <p:ph type="title"/>
          </p:nvPr>
        </p:nvSpPr>
        <p:spPr>
          <a:xfrm>
            <a:off x="6517696" y="1168708"/>
            <a:ext cx="5251450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2969" marR="5080" indent="-890905">
              <a:lnSpc>
                <a:spcPct val="116100"/>
              </a:lnSpc>
              <a:spcBef>
                <a:spcPts val="100"/>
              </a:spcBef>
            </a:pPr>
            <a:r>
              <a:rPr spc="130" dirty="0"/>
              <a:t>Capstone</a:t>
            </a:r>
            <a:r>
              <a:rPr spc="-15" dirty="0"/>
              <a:t> </a:t>
            </a:r>
            <a:r>
              <a:rPr spc="80" dirty="0"/>
              <a:t>Project</a:t>
            </a:r>
            <a:r>
              <a:rPr spc="-15" dirty="0"/>
              <a:t> </a:t>
            </a:r>
            <a:r>
              <a:rPr spc="-640" dirty="0"/>
              <a:t>– </a:t>
            </a:r>
            <a:r>
              <a:rPr spc="114" dirty="0"/>
              <a:t>EcoVision</a:t>
            </a:r>
            <a:r>
              <a:rPr spc="-30" dirty="0"/>
              <a:t> </a:t>
            </a:r>
            <a:r>
              <a:rPr spc="-25" dirty="0"/>
              <a:t>AI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2103073" y="4786856"/>
            <a:ext cx="4214495" cy="173545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27329">
              <a:lnSpc>
                <a:spcPct val="100000"/>
              </a:lnSpc>
              <a:spcBef>
                <a:spcPts val="140"/>
              </a:spcBef>
            </a:pPr>
            <a:r>
              <a:rPr sz="1850" b="1" dirty="0">
                <a:solidFill>
                  <a:srgbClr val="1B1B1B"/>
                </a:solidFill>
                <a:latin typeface="Tahoma"/>
                <a:cs typeface="Tahoma"/>
              </a:rPr>
              <a:t>AI</a:t>
            </a:r>
            <a:r>
              <a:rPr sz="1850" b="1" spc="-5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850" b="1" spc="70" dirty="0">
                <a:solidFill>
                  <a:srgbClr val="1B1B1B"/>
                </a:solidFill>
                <a:latin typeface="Tahoma"/>
                <a:cs typeface="Tahoma"/>
              </a:rPr>
              <a:t>Waste</a:t>
            </a:r>
            <a:r>
              <a:rPr sz="1850" b="1" spc="-5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850" b="1" spc="80" dirty="0">
                <a:solidFill>
                  <a:srgbClr val="1B1B1B"/>
                </a:solidFill>
                <a:latin typeface="Tahoma"/>
                <a:cs typeface="Tahoma"/>
              </a:rPr>
              <a:t>Detection</a:t>
            </a:r>
            <a:r>
              <a:rPr sz="1850" b="1" spc="-5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850" b="1" dirty="0">
                <a:solidFill>
                  <a:srgbClr val="1B1B1B"/>
                </a:solidFill>
                <a:latin typeface="Tahoma"/>
                <a:cs typeface="Tahoma"/>
              </a:rPr>
              <a:t>&amp;</a:t>
            </a:r>
            <a:r>
              <a:rPr sz="1850" b="1" spc="-5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850" b="1" spc="60" dirty="0">
                <a:solidFill>
                  <a:srgbClr val="1B1B1B"/>
                </a:solidFill>
                <a:latin typeface="Tahoma"/>
                <a:cs typeface="Tahoma"/>
              </a:rPr>
              <a:t>Recycling</a:t>
            </a:r>
            <a:endParaRPr sz="1850">
              <a:latin typeface="Tahoma"/>
              <a:cs typeface="Tahoma"/>
            </a:endParaRPr>
          </a:p>
          <a:p>
            <a:pPr marL="12700" marR="5080" indent="222250" algn="r">
              <a:lnSpc>
                <a:spcPct val="114599"/>
              </a:lnSpc>
              <a:spcBef>
                <a:spcPts val="1300"/>
              </a:spcBef>
            </a:pPr>
            <a:r>
              <a:rPr sz="18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Automatically</a:t>
            </a:r>
            <a:r>
              <a:rPr sz="18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identifies</a:t>
            </a:r>
            <a:r>
              <a:rPr sz="18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8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classifies </a:t>
            </a:r>
            <a:r>
              <a:rPr sz="18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waste</a:t>
            </a:r>
            <a:r>
              <a:rPr sz="18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0" dirty="0">
                <a:solidFill>
                  <a:srgbClr val="1B1B1B"/>
                </a:solidFill>
                <a:latin typeface="Lucida Sans Unicode"/>
                <a:cs typeface="Lucida Sans Unicode"/>
              </a:rPr>
              <a:t>using</a:t>
            </a:r>
            <a:r>
              <a:rPr sz="18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computer</a:t>
            </a:r>
            <a:r>
              <a:rPr sz="18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95" dirty="0">
                <a:solidFill>
                  <a:srgbClr val="1B1B1B"/>
                </a:solidFill>
                <a:latin typeface="Lucida Sans Unicode"/>
                <a:cs typeface="Lucida Sans Unicode"/>
              </a:rPr>
              <a:t>vision,</a:t>
            </a:r>
            <a:r>
              <a:rPr sz="18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and </a:t>
            </a:r>
            <a:r>
              <a:rPr sz="18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provides</a:t>
            </a:r>
            <a:r>
              <a:rPr sz="18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smart</a:t>
            </a:r>
            <a:r>
              <a:rPr sz="18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recycling</a:t>
            </a:r>
            <a:r>
              <a:rPr sz="18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suggestions </a:t>
            </a:r>
            <a:r>
              <a:rPr sz="18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to</a:t>
            </a:r>
            <a:endParaRPr sz="1800">
              <a:latin typeface="Lucida Sans Unicode"/>
              <a:cs typeface="Lucida Sans Unicode"/>
            </a:endParaRPr>
          </a:p>
          <a:p>
            <a:pPr marR="5080" algn="r">
              <a:lnSpc>
                <a:spcPct val="100000"/>
              </a:lnSpc>
              <a:spcBef>
                <a:spcPts val="315"/>
              </a:spcBef>
            </a:pPr>
            <a:r>
              <a:rPr sz="18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reduce</a:t>
            </a:r>
            <a:r>
              <a:rPr sz="1800" spc="-90" dirty="0">
                <a:solidFill>
                  <a:srgbClr val="1B1B1B"/>
                </a:solidFill>
                <a:latin typeface="Lucida Sans Unicode"/>
                <a:cs typeface="Lucida Sans Unicode"/>
              </a:rPr>
              <a:t> landfill</a:t>
            </a:r>
            <a:r>
              <a:rPr sz="18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impact.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188798" y="7359754"/>
            <a:ext cx="4128770" cy="173545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40"/>
              </a:spcBef>
            </a:pPr>
            <a:r>
              <a:rPr sz="1850" b="1" spc="75" dirty="0">
                <a:solidFill>
                  <a:srgbClr val="1B1B1B"/>
                </a:solidFill>
                <a:latin typeface="Tahoma"/>
                <a:cs typeface="Tahoma"/>
              </a:rPr>
              <a:t>Carbon</a:t>
            </a:r>
            <a:r>
              <a:rPr sz="1850" b="1" spc="-3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850" b="1" spc="75" dirty="0">
                <a:solidFill>
                  <a:srgbClr val="1B1B1B"/>
                </a:solidFill>
                <a:latin typeface="Tahoma"/>
                <a:cs typeface="Tahoma"/>
              </a:rPr>
              <a:t>Dashboard</a:t>
            </a:r>
            <a:r>
              <a:rPr sz="1850" b="1" spc="-3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850" b="1" dirty="0">
                <a:solidFill>
                  <a:srgbClr val="1B1B1B"/>
                </a:solidFill>
                <a:latin typeface="Tahoma"/>
                <a:cs typeface="Tahoma"/>
              </a:rPr>
              <a:t>&amp;</a:t>
            </a:r>
            <a:r>
              <a:rPr sz="1850" b="1" spc="-3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850" b="1" spc="55" dirty="0">
                <a:solidFill>
                  <a:srgbClr val="1B1B1B"/>
                </a:solidFill>
                <a:latin typeface="Tahoma"/>
                <a:cs typeface="Tahoma"/>
              </a:rPr>
              <a:t>Awareness</a:t>
            </a:r>
            <a:endParaRPr sz="1850">
              <a:latin typeface="Tahoma"/>
              <a:cs typeface="Tahoma"/>
            </a:endParaRPr>
          </a:p>
          <a:p>
            <a:pPr marL="12700" marR="5080" indent="49530" algn="r">
              <a:lnSpc>
                <a:spcPct val="114599"/>
              </a:lnSpc>
              <a:spcBef>
                <a:spcPts val="1300"/>
              </a:spcBef>
            </a:pPr>
            <a:r>
              <a:rPr sz="18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Estimates</a:t>
            </a:r>
            <a:r>
              <a:rPr sz="18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carbon</a:t>
            </a:r>
            <a:r>
              <a:rPr sz="18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footprint</a:t>
            </a:r>
            <a:r>
              <a:rPr sz="18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5" dirty="0">
                <a:solidFill>
                  <a:srgbClr val="1B1B1B"/>
                </a:solidFill>
                <a:latin typeface="Lucida Sans Unicode"/>
                <a:cs typeface="Lucida Sans Unicode"/>
              </a:rPr>
              <a:t>in</a:t>
            </a:r>
            <a:r>
              <a:rPr sz="18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real</a:t>
            </a:r>
            <a:r>
              <a:rPr sz="18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time </a:t>
            </a:r>
            <a:r>
              <a:rPr sz="18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8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promotes</a:t>
            </a:r>
            <a:r>
              <a:rPr sz="18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sustainability</a:t>
            </a:r>
            <a:r>
              <a:rPr sz="18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awareness </a:t>
            </a:r>
            <a:r>
              <a:rPr sz="18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through </a:t>
            </a:r>
            <a:r>
              <a:rPr sz="18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analytics</a:t>
            </a:r>
            <a:r>
              <a:rPr sz="18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8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environmental</a:t>
            </a:r>
            <a:endParaRPr sz="1800">
              <a:latin typeface="Lucida Sans Unicode"/>
              <a:cs typeface="Lucida Sans Unicode"/>
            </a:endParaRPr>
          </a:p>
          <a:p>
            <a:pPr marR="5080" algn="r">
              <a:lnSpc>
                <a:spcPct val="100000"/>
              </a:lnSpc>
              <a:spcBef>
                <a:spcPts val="315"/>
              </a:spcBef>
            </a:pPr>
            <a:r>
              <a:rPr sz="18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monitoring</a:t>
            </a:r>
            <a:r>
              <a:rPr sz="18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tools.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1970638" y="3559056"/>
            <a:ext cx="4070985" cy="173545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850" b="1" spc="65" dirty="0">
                <a:solidFill>
                  <a:srgbClr val="1B1B1B"/>
                </a:solidFill>
                <a:latin typeface="Tahoma"/>
                <a:cs typeface="Tahoma"/>
              </a:rPr>
              <a:t>Technologies</a:t>
            </a:r>
            <a:r>
              <a:rPr sz="1850" b="1" spc="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850" b="1" spc="75" dirty="0">
                <a:solidFill>
                  <a:srgbClr val="1B1B1B"/>
                </a:solidFill>
                <a:latin typeface="Tahoma"/>
                <a:cs typeface="Tahoma"/>
              </a:rPr>
              <a:t>Used</a:t>
            </a:r>
            <a:endParaRPr sz="1850">
              <a:latin typeface="Tahoma"/>
              <a:cs typeface="Tahoma"/>
            </a:endParaRPr>
          </a:p>
          <a:p>
            <a:pPr marL="12700" marR="5080">
              <a:lnSpc>
                <a:spcPct val="114599"/>
              </a:lnSpc>
              <a:spcBef>
                <a:spcPts val="1300"/>
              </a:spcBef>
            </a:pPr>
            <a:r>
              <a:rPr sz="18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Python,</a:t>
            </a:r>
            <a:r>
              <a:rPr sz="18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5" dirty="0">
                <a:solidFill>
                  <a:srgbClr val="1B1B1B"/>
                </a:solidFill>
                <a:latin typeface="Lucida Sans Unicode"/>
                <a:cs typeface="Lucida Sans Unicode"/>
              </a:rPr>
              <a:t>TensorFlow,</a:t>
            </a:r>
            <a:r>
              <a:rPr sz="18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1B1B1B"/>
                </a:solidFill>
                <a:latin typeface="Lucida Sans Unicode"/>
                <a:cs typeface="Lucida Sans Unicode"/>
              </a:rPr>
              <a:t>OpenCV</a:t>
            </a:r>
            <a:r>
              <a:rPr sz="18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90" dirty="0">
                <a:solidFill>
                  <a:srgbClr val="1B1B1B"/>
                </a:solidFill>
                <a:latin typeface="Lucida Sans Unicode"/>
                <a:cs typeface="Lucida Sans Unicode"/>
              </a:rPr>
              <a:t>for</a:t>
            </a:r>
            <a:r>
              <a:rPr sz="18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AI/ML </a:t>
            </a:r>
            <a:r>
              <a:rPr sz="18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core.</a:t>
            </a:r>
            <a:r>
              <a:rPr sz="1800" spc="-9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React</a:t>
            </a:r>
            <a:r>
              <a:rPr sz="1800" spc="-11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60" dirty="0">
                <a:solidFill>
                  <a:srgbClr val="1B1B1B"/>
                </a:solidFill>
                <a:latin typeface="Lucida Sans Unicode"/>
                <a:cs typeface="Lucida Sans Unicode"/>
              </a:rPr>
              <a:t>&amp;</a:t>
            </a:r>
            <a:r>
              <a:rPr sz="1800" spc="-10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Node.js</a:t>
            </a:r>
            <a:r>
              <a:rPr sz="1800" spc="-9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for </a:t>
            </a:r>
            <a:r>
              <a:rPr sz="18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frontend/backend.</a:t>
            </a:r>
            <a:r>
              <a:rPr sz="18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MongoDB</a:t>
            </a:r>
            <a:r>
              <a:rPr sz="18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90" dirty="0">
                <a:solidFill>
                  <a:srgbClr val="1B1B1B"/>
                </a:solidFill>
                <a:latin typeface="Lucida Sans Unicode"/>
                <a:cs typeface="Lucida Sans Unicode"/>
              </a:rPr>
              <a:t>for</a:t>
            </a:r>
            <a:r>
              <a:rPr sz="180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data </a:t>
            </a:r>
            <a:r>
              <a:rPr sz="18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storage</a:t>
            </a:r>
            <a:r>
              <a:rPr sz="18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8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analytics.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1970638" y="6131955"/>
            <a:ext cx="4055110" cy="173545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850" b="1" spc="70" dirty="0">
                <a:solidFill>
                  <a:srgbClr val="1B1B1B"/>
                </a:solidFill>
                <a:latin typeface="Tahoma"/>
                <a:cs typeface="Tahoma"/>
              </a:rPr>
              <a:t>Future</a:t>
            </a:r>
            <a:r>
              <a:rPr sz="1850" b="1" spc="-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850" b="1" spc="75" dirty="0">
                <a:solidFill>
                  <a:srgbClr val="1B1B1B"/>
                </a:solidFill>
                <a:latin typeface="Tahoma"/>
                <a:cs typeface="Tahoma"/>
              </a:rPr>
              <a:t>Scope</a:t>
            </a:r>
            <a:endParaRPr sz="1850">
              <a:latin typeface="Tahoma"/>
              <a:cs typeface="Tahoma"/>
            </a:endParaRPr>
          </a:p>
          <a:p>
            <a:pPr marL="12700" marR="5080">
              <a:lnSpc>
                <a:spcPct val="114599"/>
              </a:lnSpc>
              <a:spcBef>
                <a:spcPts val="1300"/>
              </a:spcBef>
            </a:pPr>
            <a:r>
              <a:rPr sz="180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Integration</a:t>
            </a:r>
            <a:r>
              <a:rPr sz="18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with</a:t>
            </a:r>
            <a:r>
              <a:rPr sz="18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Smart</a:t>
            </a:r>
            <a:r>
              <a:rPr sz="18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Cities</a:t>
            </a:r>
            <a:r>
              <a:rPr sz="18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8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IoT </a:t>
            </a:r>
            <a:r>
              <a:rPr sz="180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sensors.</a:t>
            </a:r>
            <a:r>
              <a:rPr sz="180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Government</a:t>
            </a:r>
            <a:r>
              <a:rPr sz="18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collaboration</a:t>
            </a:r>
            <a:r>
              <a:rPr sz="180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for policy</a:t>
            </a:r>
            <a:r>
              <a:rPr sz="18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support</a:t>
            </a:r>
            <a:r>
              <a:rPr sz="18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80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0" dirty="0">
                <a:solidFill>
                  <a:srgbClr val="1B1B1B"/>
                </a:solidFill>
                <a:latin typeface="Lucida Sans Unicode"/>
                <a:cs typeface="Lucida Sans Unicode"/>
              </a:rPr>
              <a:t>large-</a:t>
            </a:r>
            <a:r>
              <a:rPr sz="180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scale </a:t>
            </a:r>
            <a:r>
              <a:rPr sz="180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environmental</a:t>
            </a:r>
            <a:r>
              <a:rPr sz="18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monitoring</a:t>
            </a:r>
            <a:r>
              <a:rPr sz="180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expansion.</a:t>
            </a:r>
            <a:endParaRPr sz="1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90820" y="3567953"/>
            <a:ext cx="3847465" cy="4866005"/>
            <a:chOff x="2590820" y="3567953"/>
            <a:chExt cx="3847465" cy="4866005"/>
          </a:xfrm>
        </p:grpSpPr>
        <p:sp>
          <p:nvSpPr>
            <p:cNvPr id="3" name="object 3"/>
            <p:cNvSpPr/>
            <p:nvPr/>
          </p:nvSpPr>
          <p:spPr>
            <a:xfrm>
              <a:off x="2638446" y="3615577"/>
              <a:ext cx="3752215" cy="4659630"/>
            </a:xfrm>
            <a:custGeom>
              <a:avLst/>
              <a:gdLst/>
              <a:ahLst/>
              <a:cxnLst/>
              <a:rect l="l" t="t" r="r" b="b"/>
              <a:pathLst>
                <a:path w="3752215" h="4659630">
                  <a:moveTo>
                    <a:pt x="3608862" y="4659423"/>
                  </a:moveTo>
                  <a:lnTo>
                    <a:pt x="142874" y="4659423"/>
                  </a:lnTo>
                  <a:lnTo>
                    <a:pt x="114871" y="4656652"/>
                  </a:lnTo>
                  <a:lnTo>
                    <a:pt x="63607" y="4635418"/>
                  </a:lnTo>
                  <a:lnTo>
                    <a:pt x="24004" y="4595815"/>
                  </a:lnTo>
                  <a:lnTo>
                    <a:pt x="2770" y="4544552"/>
                  </a:lnTo>
                  <a:lnTo>
                    <a:pt x="0" y="4516548"/>
                  </a:lnTo>
                  <a:lnTo>
                    <a:pt x="0" y="142874"/>
                  </a:lnTo>
                  <a:lnTo>
                    <a:pt x="10875" y="88199"/>
                  </a:lnTo>
                  <a:lnTo>
                    <a:pt x="41847" y="41847"/>
                  </a:lnTo>
                  <a:lnTo>
                    <a:pt x="88199" y="10875"/>
                  </a:lnTo>
                  <a:lnTo>
                    <a:pt x="142874" y="0"/>
                  </a:lnTo>
                  <a:lnTo>
                    <a:pt x="3608862" y="0"/>
                  </a:lnTo>
                  <a:lnTo>
                    <a:pt x="3663537" y="10875"/>
                  </a:lnTo>
                  <a:lnTo>
                    <a:pt x="3709889" y="41847"/>
                  </a:lnTo>
                  <a:lnTo>
                    <a:pt x="3740861" y="88199"/>
                  </a:lnTo>
                  <a:lnTo>
                    <a:pt x="3751737" y="142874"/>
                  </a:lnTo>
                  <a:lnTo>
                    <a:pt x="3751737" y="4516548"/>
                  </a:lnTo>
                  <a:lnTo>
                    <a:pt x="3740861" y="4571224"/>
                  </a:lnTo>
                  <a:lnTo>
                    <a:pt x="3709889" y="4617576"/>
                  </a:lnTo>
                  <a:lnTo>
                    <a:pt x="3663537" y="4648547"/>
                  </a:lnTo>
                  <a:lnTo>
                    <a:pt x="3608862" y="4659423"/>
                  </a:lnTo>
                  <a:close/>
                </a:path>
              </a:pathLst>
            </a:custGeom>
            <a:solidFill>
              <a:srgbClr val="AED5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38445" y="3615578"/>
              <a:ext cx="3752215" cy="4657725"/>
            </a:xfrm>
            <a:custGeom>
              <a:avLst/>
              <a:gdLst/>
              <a:ahLst/>
              <a:cxnLst/>
              <a:rect l="l" t="t" r="r" b="b"/>
              <a:pathLst>
                <a:path w="3752215" h="4657725">
                  <a:moveTo>
                    <a:pt x="125715" y="4657695"/>
                  </a:moveTo>
                  <a:lnTo>
                    <a:pt x="88166" y="4648529"/>
                  </a:lnTo>
                  <a:lnTo>
                    <a:pt x="41809" y="4617529"/>
                  </a:lnTo>
                  <a:lnTo>
                    <a:pt x="10855" y="4571154"/>
                  </a:lnTo>
                  <a:lnTo>
                    <a:pt x="1" y="4516473"/>
                  </a:lnTo>
                  <a:lnTo>
                    <a:pt x="0" y="142889"/>
                  </a:lnTo>
                  <a:lnTo>
                    <a:pt x="2767" y="114884"/>
                  </a:lnTo>
                  <a:lnTo>
                    <a:pt x="23998" y="63617"/>
                  </a:lnTo>
                  <a:lnTo>
                    <a:pt x="63601" y="24008"/>
                  </a:lnTo>
                  <a:lnTo>
                    <a:pt x="114868" y="2771"/>
                  </a:lnTo>
                  <a:lnTo>
                    <a:pt x="142873" y="0"/>
                  </a:lnTo>
                  <a:lnTo>
                    <a:pt x="3608789" y="0"/>
                  </a:lnTo>
                  <a:lnTo>
                    <a:pt x="3663487" y="10848"/>
                  </a:lnTo>
                  <a:lnTo>
                    <a:pt x="3709868" y="41819"/>
                  </a:lnTo>
                  <a:lnTo>
                    <a:pt x="3740860" y="88191"/>
                  </a:lnTo>
                  <a:lnTo>
                    <a:pt x="3751738" y="142889"/>
                  </a:lnTo>
                  <a:lnTo>
                    <a:pt x="3751745" y="4516481"/>
                  </a:lnTo>
                  <a:lnTo>
                    <a:pt x="3748982" y="4544504"/>
                  </a:lnTo>
                  <a:lnTo>
                    <a:pt x="3727740" y="4595807"/>
                  </a:lnTo>
                  <a:lnTo>
                    <a:pt x="3688103" y="4635433"/>
                  </a:lnTo>
                  <a:lnTo>
                    <a:pt x="3636800" y="4656659"/>
                  </a:lnTo>
                  <a:lnTo>
                    <a:pt x="3626018" y="4657640"/>
                  </a:lnTo>
                </a:path>
              </a:pathLst>
            </a:custGeom>
            <a:ln w="95250">
              <a:solidFill>
                <a:srgbClr val="679E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25880" y="8116173"/>
              <a:ext cx="3176905" cy="318135"/>
            </a:xfrm>
            <a:custGeom>
              <a:avLst/>
              <a:gdLst/>
              <a:ahLst/>
              <a:cxnLst/>
              <a:rect l="l" t="t" r="r" b="b"/>
              <a:pathLst>
                <a:path w="3176904" h="318134">
                  <a:moveTo>
                    <a:pt x="3033993" y="317654"/>
                  </a:moveTo>
                  <a:lnTo>
                    <a:pt x="142875" y="317654"/>
                  </a:lnTo>
                  <a:lnTo>
                    <a:pt x="114871" y="314884"/>
                  </a:lnTo>
                  <a:lnTo>
                    <a:pt x="63607" y="293650"/>
                  </a:lnTo>
                  <a:lnTo>
                    <a:pt x="24004" y="254046"/>
                  </a:lnTo>
                  <a:lnTo>
                    <a:pt x="2770" y="202783"/>
                  </a:lnTo>
                  <a:lnTo>
                    <a:pt x="0" y="174780"/>
                  </a:lnTo>
                  <a:lnTo>
                    <a:pt x="0" y="142875"/>
                  </a:lnTo>
                  <a:lnTo>
                    <a:pt x="10875" y="88198"/>
                  </a:lnTo>
                  <a:lnTo>
                    <a:pt x="41847" y="41846"/>
                  </a:lnTo>
                  <a:lnTo>
                    <a:pt x="88199" y="10876"/>
                  </a:lnTo>
                  <a:lnTo>
                    <a:pt x="142875" y="0"/>
                  </a:lnTo>
                  <a:lnTo>
                    <a:pt x="3033993" y="0"/>
                  </a:lnTo>
                  <a:lnTo>
                    <a:pt x="3088669" y="10876"/>
                  </a:lnTo>
                  <a:lnTo>
                    <a:pt x="3135021" y="41846"/>
                  </a:lnTo>
                  <a:lnTo>
                    <a:pt x="3165992" y="88198"/>
                  </a:lnTo>
                  <a:lnTo>
                    <a:pt x="3176549" y="139646"/>
                  </a:lnTo>
                  <a:lnTo>
                    <a:pt x="3176549" y="178008"/>
                  </a:lnTo>
                  <a:lnTo>
                    <a:pt x="3165992" y="229455"/>
                  </a:lnTo>
                  <a:lnTo>
                    <a:pt x="3135021" y="275807"/>
                  </a:lnTo>
                  <a:lnTo>
                    <a:pt x="3088669" y="306779"/>
                  </a:lnTo>
                  <a:lnTo>
                    <a:pt x="3033993" y="317654"/>
                  </a:lnTo>
                  <a:close/>
                </a:path>
              </a:pathLst>
            </a:custGeom>
            <a:solidFill>
              <a:srgbClr val="679E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220505" y="3567953"/>
            <a:ext cx="3847465" cy="4866005"/>
            <a:chOff x="7220505" y="3567953"/>
            <a:chExt cx="3847465" cy="4866005"/>
          </a:xfrm>
        </p:grpSpPr>
        <p:sp>
          <p:nvSpPr>
            <p:cNvPr id="7" name="object 7"/>
            <p:cNvSpPr/>
            <p:nvPr/>
          </p:nvSpPr>
          <p:spPr>
            <a:xfrm>
              <a:off x="7268130" y="3615577"/>
              <a:ext cx="3752215" cy="4659630"/>
            </a:xfrm>
            <a:custGeom>
              <a:avLst/>
              <a:gdLst/>
              <a:ahLst/>
              <a:cxnLst/>
              <a:rect l="l" t="t" r="r" b="b"/>
              <a:pathLst>
                <a:path w="3752215" h="4659630">
                  <a:moveTo>
                    <a:pt x="3608861" y="4659423"/>
                  </a:moveTo>
                  <a:lnTo>
                    <a:pt x="142874" y="4659423"/>
                  </a:lnTo>
                  <a:lnTo>
                    <a:pt x="114871" y="4656652"/>
                  </a:lnTo>
                  <a:lnTo>
                    <a:pt x="63607" y="4635418"/>
                  </a:lnTo>
                  <a:lnTo>
                    <a:pt x="24004" y="4595815"/>
                  </a:lnTo>
                  <a:lnTo>
                    <a:pt x="2770" y="4544552"/>
                  </a:lnTo>
                  <a:lnTo>
                    <a:pt x="0" y="4516548"/>
                  </a:lnTo>
                  <a:lnTo>
                    <a:pt x="0" y="142874"/>
                  </a:lnTo>
                  <a:lnTo>
                    <a:pt x="10875" y="88199"/>
                  </a:lnTo>
                  <a:lnTo>
                    <a:pt x="41847" y="41847"/>
                  </a:lnTo>
                  <a:lnTo>
                    <a:pt x="88198" y="10875"/>
                  </a:lnTo>
                  <a:lnTo>
                    <a:pt x="142874" y="0"/>
                  </a:lnTo>
                  <a:lnTo>
                    <a:pt x="3608861" y="0"/>
                  </a:lnTo>
                  <a:lnTo>
                    <a:pt x="3663537" y="10875"/>
                  </a:lnTo>
                  <a:lnTo>
                    <a:pt x="3709889" y="41847"/>
                  </a:lnTo>
                  <a:lnTo>
                    <a:pt x="3740861" y="88199"/>
                  </a:lnTo>
                  <a:lnTo>
                    <a:pt x="3751736" y="142874"/>
                  </a:lnTo>
                  <a:lnTo>
                    <a:pt x="3751736" y="4516548"/>
                  </a:lnTo>
                  <a:lnTo>
                    <a:pt x="3740861" y="4571224"/>
                  </a:lnTo>
                  <a:lnTo>
                    <a:pt x="3709889" y="4617576"/>
                  </a:lnTo>
                  <a:lnTo>
                    <a:pt x="3663537" y="4648547"/>
                  </a:lnTo>
                  <a:lnTo>
                    <a:pt x="3608861" y="4659423"/>
                  </a:lnTo>
                  <a:close/>
                </a:path>
              </a:pathLst>
            </a:custGeom>
            <a:solidFill>
              <a:srgbClr val="DBEC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68130" y="3615578"/>
              <a:ext cx="3752215" cy="4657725"/>
            </a:xfrm>
            <a:custGeom>
              <a:avLst/>
              <a:gdLst/>
              <a:ahLst/>
              <a:cxnLst/>
              <a:rect l="l" t="t" r="r" b="b"/>
              <a:pathLst>
                <a:path w="3752215" h="4657725">
                  <a:moveTo>
                    <a:pt x="125715" y="4657695"/>
                  </a:moveTo>
                  <a:lnTo>
                    <a:pt x="88166" y="4648529"/>
                  </a:lnTo>
                  <a:lnTo>
                    <a:pt x="41810" y="4617529"/>
                  </a:lnTo>
                  <a:lnTo>
                    <a:pt x="10855" y="4571154"/>
                  </a:lnTo>
                  <a:lnTo>
                    <a:pt x="1" y="4516473"/>
                  </a:lnTo>
                  <a:lnTo>
                    <a:pt x="0" y="142889"/>
                  </a:lnTo>
                  <a:lnTo>
                    <a:pt x="2767" y="114884"/>
                  </a:lnTo>
                  <a:lnTo>
                    <a:pt x="23998" y="63617"/>
                  </a:lnTo>
                  <a:lnTo>
                    <a:pt x="63601" y="24008"/>
                  </a:lnTo>
                  <a:lnTo>
                    <a:pt x="114868" y="2771"/>
                  </a:lnTo>
                  <a:lnTo>
                    <a:pt x="142873" y="0"/>
                  </a:lnTo>
                  <a:lnTo>
                    <a:pt x="3608788" y="0"/>
                  </a:lnTo>
                  <a:lnTo>
                    <a:pt x="3663487" y="10848"/>
                  </a:lnTo>
                  <a:lnTo>
                    <a:pt x="3709868" y="41819"/>
                  </a:lnTo>
                  <a:lnTo>
                    <a:pt x="3740860" y="88191"/>
                  </a:lnTo>
                  <a:lnTo>
                    <a:pt x="3751738" y="142889"/>
                  </a:lnTo>
                  <a:lnTo>
                    <a:pt x="3751744" y="4516481"/>
                  </a:lnTo>
                  <a:lnTo>
                    <a:pt x="3748982" y="4544504"/>
                  </a:lnTo>
                  <a:lnTo>
                    <a:pt x="3727740" y="4595807"/>
                  </a:lnTo>
                  <a:lnTo>
                    <a:pt x="3688103" y="4635433"/>
                  </a:lnTo>
                  <a:lnTo>
                    <a:pt x="3636800" y="4656659"/>
                  </a:lnTo>
                  <a:lnTo>
                    <a:pt x="3626018" y="4657640"/>
                  </a:lnTo>
                </a:path>
              </a:pathLst>
            </a:custGeom>
            <a:ln w="95250">
              <a:solidFill>
                <a:srgbClr val="AED5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55565" y="8116173"/>
              <a:ext cx="3176905" cy="318135"/>
            </a:xfrm>
            <a:custGeom>
              <a:avLst/>
              <a:gdLst/>
              <a:ahLst/>
              <a:cxnLst/>
              <a:rect l="l" t="t" r="r" b="b"/>
              <a:pathLst>
                <a:path w="3176904" h="318134">
                  <a:moveTo>
                    <a:pt x="3033993" y="317654"/>
                  </a:moveTo>
                  <a:lnTo>
                    <a:pt x="142875" y="317654"/>
                  </a:lnTo>
                  <a:lnTo>
                    <a:pt x="114871" y="314884"/>
                  </a:lnTo>
                  <a:lnTo>
                    <a:pt x="63607" y="293650"/>
                  </a:lnTo>
                  <a:lnTo>
                    <a:pt x="24004" y="254046"/>
                  </a:lnTo>
                  <a:lnTo>
                    <a:pt x="2770" y="202783"/>
                  </a:lnTo>
                  <a:lnTo>
                    <a:pt x="0" y="174780"/>
                  </a:lnTo>
                  <a:lnTo>
                    <a:pt x="0" y="142875"/>
                  </a:lnTo>
                  <a:lnTo>
                    <a:pt x="10875" y="88198"/>
                  </a:lnTo>
                  <a:lnTo>
                    <a:pt x="41847" y="41846"/>
                  </a:lnTo>
                  <a:lnTo>
                    <a:pt x="88198" y="10876"/>
                  </a:lnTo>
                  <a:lnTo>
                    <a:pt x="142875" y="0"/>
                  </a:lnTo>
                  <a:lnTo>
                    <a:pt x="3033993" y="0"/>
                  </a:lnTo>
                  <a:lnTo>
                    <a:pt x="3088669" y="10876"/>
                  </a:lnTo>
                  <a:lnTo>
                    <a:pt x="3135021" y="41846"/>
                  </a:lnTo>
                  <a:lnTo>
                    <a:pt x="3165992" y="88198"/>
                  </a:lnTo>
                  <a:lnTo>
                    <a:pt x="3176549" y="139654"/>
                  </a:lnTo>
                  <a:lnTo>
                    <a:pt x="3176549" y="178000"/>
                  </a:lnTo>
                  <a:lnTo>
                    <a:pt x="3165992" y="229455"/>
                  </a:lnTo>
                  <a:lnTo>
                    <a:pt x="3135021" y="275807"/>
                  </a:lnTo>
                  <a:lnTo>
                    <a:pt x="3088669" y="306779"/>
                  </a:lnTo>
                  <a:lnTo>
                    <a:pt x="3033993" y="317654"/>
                  </a:lnTo>
                  <a:close/>
                </a:path>
              </a:pathLst>
            </a:custGeom>
            <a:solidFill>
              <a:srgbClr val="AED5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1848541" y="3567953"/>
            <a:ext cx="3847465" cy="4866005"/>
            <a:chOff x="11848541" y="3567953"/>
            <a:chExt cx="3847465" cy="4866005"/>
          </a:xfrm>
        </p:grpSpPr>
        <p:sp>
          <p:nvSpPr>
            <p:cNvPr id="11" name="object 11"/>
            <p:cNvSpPr/>
            <p:nvPr/>
          </p:nvSpPr>
          <p:spPr>
            <a:xfrm>
              <a:off x="11896167" y="3615577"/>
              <a:ext cx="3752215" cy="4659630"/>
            </a:xfrm>
            <a:custGeom>
              <a:avLst/>
              <a:gdLst/>
              <a:ahLst/>
              <a:cxnLst/>
              <a:rect l="l" t="t" r="r" b="b"/>
              <a:pathLst>
                <a:path w="3752215" h="4659630">
                  <a:moveTo>
                    <a:pt x="3608861" y="4659423"/>
                  </a:moveTo>
                  <a:lnTo>
                    <a:pt x="142874" y="4659423"/>
                  </a:lnTo>
                  <a:lnTo>
                    <a:pt x="114871" y="4656652"/>
                  </a:lnTo>
                  <a:lnTo>
                    <a:pt x="63607" y="4635418"/>
                  </a:lnTo>
                  <a:lnTo>
                    <a:pt x="24004" y="4595815"/>
                  </a:lnTo>
                  <a:lnTo>
                    <a:pt x="2770" y="4544552"/>
                  </a:lnTo>
                  <a:lnTo>
                    <a:pt x="0" y="4516548"/>
                  </a:lnTo>
                  <a:lnTo>
                    <a:pt x="0" y="142874"/>
                  </a:lnTo>
                  <a:lnTo>
                    <a:pt x="10875" y="88199"/>
                  </a:lnTo>
                  <a:lnTo>
                    <a:pt x="41847" y="41847"/>
                  </a:lnTo>
                  <a:lnTo>
                    <a:pt x="88198" y="10875"/>
                  </a:lnTo>
                  <a:lnTo>
                    <a:pt x="142874" y="0"/>
                  </a:lnTo>
                  <a:lnTo>
                    <a:pt x="3608861" y="0"/>
                  </a:lnTo>
                  <a:lnTo>
                    <a:pt x="3663537" y="10875"/>
                  </a:lnTo>
                  <a:lnTo>
                    <a:pt x="3709889" y="41847"/>
                  </a:lnTo>
                  <a:lnTo>
                    <a:pt x="3740860" y="88199"/>
                  </a:lnTo>
                  <a:lnTo>
                    <a:pt x="3751736" y="142874"/>
                  </a:lnTo>
                  <a:lnTo>
                    <a:pt x="3751736" y="4516548"/>
                  </a:lnTo>
                  <a:lnTo>
                    <a:pt x="3740860" y="4571224"/>
                  </a:lnTo>
                  <a:lnTo>
                    <a:pt x="3709889" y="4617576"/>
                  </a:lnTo>
                  <a:lnTo>
                    <a:pt x="3663537" y="4648547"/>
                  </a:lnTo>
                  <a:lnTo>
                    <a:pt x="3608861" y="4659423"/>
                  </a:lnTo>
                  <a:close/>
                </a:path>
              </a:pathLst>
            </a:custGeom>
            <a:solidFill>
              <a:srgbClr val="AED5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896166" y="3615578"/>
              <a:ext cx="3752215" cy="4657725"/>
            </a:xfrm>
            <a:custGeom>
              <a:avLst/>
              <a:gdLst/>
              <a:ahLst/>
              <a:cxnLst/>
              <a:rect l="l" t="t" r="r" b="b"/>
              <a:pathLst>
                <a:path w="3752215" h="4657725">
                  <a:moveTo>
                    <a:pt x="125715" y="4657695"/>
                  </a:moveTo>
                  <a:lnTo>
                    <a:pt x="88166" y="4648529"/>
                  </a:lnTo>
                  <a:lnTo>
                    <a:pt x="41810" y="4617529"/>
                  </a:lnTo>
                  <a:lnTo>
                    <a:pt x="10855" y="4571154"/>
                  </a:lnTo>
                  <a:lnTo>
                    <a:pt x="1" y="4516473"/>
                  </a:lnTo>
                  <a:lnTo>
                    <a:pt x="0" y="142889"/>
                  </a:lnTo>
                  <a:lnTo>
                    <a:pt x="2767" y="114885"/>
                  </a:lnTo>
                  <a:lnTo>
                    <a:pt x="23998" y="63617"/>
                  </a:lnTo>
                  <a:lnTo>
                    <a:pt x="63601" y="24009"/>
                  </a:lnTo>
                  <a:lnTo>
                    <a:pt x="114868" y="2771"/>
                  </a:lnTo>
                  <a:lnTo>
                    <a:pt x="142873" y="0"/>
                  </a:lnTo>
                  <a:lnTo>
                    <a:pt x="3608788" y="0"/>
                  </a:lnTo>
                  <a:lnTo>
                    <a:pt x="3663487" y="10848"/>
                  </a:lnTo>
                  <a:lnTo>
                    <a:pt x="3709868" y="41819"/>
                  </a:lnTo>
                  <a:lnTo>
                    <a:pt x="3740860" y="88191"/>
                  </a:lnTo>
                  <a:lnTo>
                    <a:pt x="3751737" y="142889"/>
                  </a:lnTo>
                  <a:lnTo>
                    <a:pt x="3751744" y="4516481"/>
                  </a:lnTo>
                  <a:lnTo>
                    <a:pt x="3748982" y="4544504"/>
                  </a:lnTo>
                  <a:lnTo>
                    <a:pt x="3727740" y="4595807"/>
                  </a:lnTo>
                  <a:lnTo>
                    <a:pt x="3688103" y="4635433"/>
                  </a:lnTo>
                  <a:lnTo>
                    <a:pt x="3636800" y="4656659"/>
                  </a:lnTo>
                  <a:lnTo>
                    <a:pt x="3626018" y="4657640"/>
                  </a:lnTo>
                </a:path>
              </a:pathLst>
            </a:custGeom>
            <a:ln w="95250">
              <a:solidFill>
                <a:srgbClr val="DBEC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183601" y="8116173"/>
              <a:ext cx="3176905" cy="318135"/>
            </a:xfrm>
            <a:custGeom>
              <a:avLst/>
              <a:gdLst/>
              <a:ahLst/>
              <a:cxnLst/>
              <a:rect l="l" t="t" r="r" b="b"/>
              <a:pathLst>
                <a:path w="3176905" h="318134">
                  <a:moveTo>
                    <a:pt x="3033993" y="317654"/>
                  </a:moveTo>
                  <a:lnTo>
                    <a:pt x="142875" y="317654"/>
                  </a:lnTo>
                  <a:lnTo>
                    <a:pt x="114871" y="314884"/>
                  </a:lnTo>
                  <a:lnTo>
                    <a:pt x="63607" y="293650"/>
                  </a:lnTo>
                  <a:lnTo>
                    <a:pt x="24004" y="254046"/>
                  </a:lnTo>
                  <a:lnTo>
                    <a:pt x="2770" y="202783"/>
                  </a:lnTo>
                  <a:lnTo>
                    <a:pt x="0" y="174780"/>
                  </a:lnTo>
                  <a:lnTo>
                    <a:pt x="0" y="142875"/>
                  </a:lnTo>
                  <a:lnTo>
                    <a:pt x="10875" y="88198"/>
                  </a:lnTo>
                  <a:lnTo>
                    <a:pt x="41847" y="41846"/>
                  </a:lnTo>
                  <a:lnTo>
                    <a:pt x="88199" y="10876"/>
                  </a:lnTo>
                  <a:lnTo>
                    <a:pt x="142875" y="0"/>
                  </a:lnTo>
                  <a:lnTo>
                    <a:pt x="3033993" y="0"/>
                  </a:lnTo>
                  <a:lnTo>
                    <a:pt x="3088669" y="10876"/>
                  </a:lnTo>
                  <a:lnTo>
                    <a:pt x="3135021" y="41846"/>
                  </a:lnTo>
                  <a:lnTo>
                    <a:pt x="3165993" y="88198"/>
                  </a:lnTo>
                  <a:lnTo>
                    <a:pt x="3176549" y="139644"/>
                  </a:lnTo>
                  <a:lnTo>
                    <a:pt x="3176549" y="178010"/>
                  </a:lnTo>
                  <a:lnTo>
                    <a:pt x="3165993" y="229455"/>
                  </a:lnTo>
                  <a:lnTo>
                    <a:pt x="3135021" y="275807"/>
                  </a:lnTo>
                  <a:lnTo>
                    <a:pt x="3088669" y="306779"/>
                  </a:lnTo>
                  <a:lnTo>
                    <a:pt x="3033993" y="317654"/>
                  </a:lnTo>
                  <a:close/>
                </a:path>
              </a:pathLst>
            </a:custGeom>
            <a:solidFill>
              <a:srgbClr val="DBEC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92393" y="4021313"/>
            <a:ext cx="561974" cy="67627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95743" y="3815827"/>
            <a:ext cx="552449" cy="120014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89678" y="4056623"/>
            <a:ext cx="561974" cy="676274"/>
          </a:xfrm>
          <a:prstGeom prst="rect">
            <a:avLst/>
          </a:prstGeom>
        </p:spPr>
      </p:pic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608" rIns="0" bIns="0" rtlCol="0">
            <a:spAutoFit/>
          </a:bodyPr>
          <a:lstStyle/>
          <a:p>
            <a:pPr marL="14605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References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193385" y="4786652"/>
            <a:ext cx="2535555" cy="275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165" marR="296545" indent="-635" algn="ctr">
              <a:lnSpc>
                <a:spcPct val="116100"/>
              </a:lnSpc>
              <a:spcBef>
                <a:spcPts val="100"/>
              </a:spcBef>
            </a:pPr>
            <a:r>
              <a:rPr sz="2100" b="1" spc="50" dirty="0">
                <a:solidFill>
                  <a:srgbClr val="1B1B1B"/>
                </a:solidFill>
                <a:latin typeface="Tahoma"/>
                <a:cs typeface="Tahoma"/>
              </a:rPr>
              <a:t>Data</a:t>
            </a:r>
            <a:r>
              <a:rPr sz="2100" b="1" spc="-1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-10" dirty="0">
                <a:solidFill>
                  <a:srgbClr val="1B1B1B"/>
                </a:solidFill>
                <a:latin typeface="Tahoma"/>
                <a:cs typeface="Tahoma"/>
              </a:rPr>
              <a:t>Centre </a:t>
            </a:r>
            <a:r>
              <a:rPr sz="2100" b="1" spc="65" dirty="0">
                <a:solidFill>
                  <a:srgbClr val="1B1B1B"/>
                </a:solidFill>
                <a:latin typeface="Tahoma"/>
                <a:cs typeface="Tahoma"/>
              </a:rPr>
              <a:t>Documentary</a:t>
            </a:r>
            <a:endParaRPr sz="2100">
              <a:latin typeface="Tahoma"/>
              <a:cs typeface="Tahoma"/>
            </a:endParaRPr>
          </a:p>
          <a:p>
            <a:pPr marL="12065" marR="5080" algn="ctr">
              <a:lnSpc>
                <a:spcPct val="116399"/>
              </a:lnSpc>
              <a:spcBef>
                <a:spcPts val="1500"/>
              </a:spcBef>
            </a:pPr>
            <a:r>
              <a:rPr sz="145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YouTube</a:t>
            </a:r>
            <a:r>
              <a:rPr sz="145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documentary </a:t>
            </a:r>
            <a:r>
              <a:rPr sz="1450" spc="-80" dirty="0">
                <a:solidFill>
                  <a:srgbClr val="1B1B1B"/>
                </a:solidFill>
                <a:latin typeface="Lucida Sans Unicode"/>
                <a:cs typeface="Lucida Sans Unicode"/>
              </a:rPr>
              <a:t>exploring</a:t>
            </a:r>
            <a:r>
              <a:rPr sz="14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how</a:t>
            </a:r>
            <a:r>
              <a:rPr sz="14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data</a:t>
            </a:r>
            <a:r>
              <a:rPr sz="14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centres </a:t>
            </a:r>
            <a:r>
              <a:rPr sz="145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operate, their</a:t>
            </a:r>
            <a:r>
              <a:rPr sz="14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massive</a:t>
            </a:r>
            <a:r>
              <a:rPr sz="14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energy </a:t>
            </a:r>
            <a:r>
              <a:rPr sz="145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consumption,</a:t>
            </a:r>
            <a:r>
              <a:rPr sz="145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cooling </a:t>
            </a:r>
            <a:r>
              <a:rPr sz="14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challenges, </a:t>
            </a:r>
            <a:r>
              <a:rPr sz="145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45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the</a:t>
            </a:r>
            <a:r>
              <a:rPr sz="145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push </a:t>
            </a:r>
            <a:r>
              <a:rPr sz="145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toward</a:t>
            </a:r>
            <a:r>
              <a:rPr sz="14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greener</a:t>
            </a:r>
            <a:r>
              <a:rPr sz="14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infrastructure </a:t>
            </a:r>
            <a:r>
              <a:rPr sz="14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solutions.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23364" y="4786652"/>
            <a:ext cx="2841625" cy="250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6100"/>
              </a:lnSpc>
              <a:spcBef>
                <a:spcPts val="100"/>
              </a:spcBef>
            </a:pPr>
            <a:r>
              <a:rPr sz="2100" b="1" spc="55" dirty="0">
                <a:solidFill>
                  <a:srgbClr val="1B1B1B"/>
                </a:solidFill>
                <a:latin typeface="Tahoma"/>
                <a:cs typeface="Tahoma"/>
              </a:rPr>
              <a:t>Ecological</a:t>
            </a:r>
            <a:r>
              <a:rPr sz="2100" b="1" spc="-15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35" dirty="0">
                <a:solidFill>
                  <a:srgbClr val="1B1B1B"/>
                </a:solidFill>
                <a:latin typeface="Tahoma"/>
                <a:cs typeface="Tahoma"/>
              </a:rPr>
              <a:t>Footprint </a:t>
            </a:r>
            <a:r>
              <a:rPr sz="2100" b="1" spc="-10" dirty="0">
                <a:solidFill>
                  <a:srgbClr val="1B1B1B"/>
                </a:solidFill>
                <a:latin typeface="Tahoma"/>
                <a:cs typeface="Tahoma"/>
              </a:rPr>
              <a:t>Calculator</a:t>
            </a:r>
            <a:endParaRPr sz="2100">
              <a:latin typeface="Tahoma"/>
              <a:cs typeface="Tahoma"/>
            </a:endParaRPr>
          </a:p>
          <a:p>
            <a:pPr marL="85725" marR="78105" algn="ctr">
              <a:lnSpc>
                <a:spcPct val="116399"/>
              </a:lnSpc>
              <a:spcBef>
                <a:spcPts val="1500"/>
              </a:spcBef>
            </a:pPr>
            <a:r>
              <a:rPr sz="145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Online</a:t>
            </a:r>
            <a:r>
              <a:rPr sz="145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tool</a:t>
            </a:r>
            <a:r>
              <a:rPr sz="145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used</a:t>
            </a:r>
            <a:r>
              <a:rPr sz="1450" spc="-8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1B1B1B"/>
                </a:solidFill>
                <a:latin typeface="Lucida Sans Unicode"/>
                <a:cs typeface="Lucida Sans Unicode"/>
              </a:rPr>
              <a:t>to</a:t>
            </a:r>
            <a:r>
              <a:rPr sz="145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measure </a:t>
            </a:r>
            <a:r>
              <a:rPr sz="14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personal</a:t>
            </a:r>
            <a:r>
              <a:rPr sz="145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ecological</a:t>
            </a:r>
            <a:r>
              <a:rPr sz="145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footprint, </a:t>
            </a:r>
            <a:r>
              <a:rPr sz="1450" spc="-75" dirty="0">
                <a:solidFill>
                  <a:srgbClr val="1B1B1B"/>
                </a:solidFill>
                <a:latin typeface="Lucida Sans Unicode"/>
                <a:cs typeface="Lucida Sans Unicode"/>
              </a:rPr>
              <a:t>helping</a:t>
            </a:r>
            <a:r>
              <a:rPr sz="145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individuals</a:t>
            </a:r>
            <a:r>
              <a:rPr sz="145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understand </a:t>
            </a:r>
            <a:r>
              <a:rPr sz="145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their</a:t>
            </a:r>
            <a:r>
              <a:rPr sz="145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environmental</a:t>
            </a:r>
            <a:r>
              <a:rPr sz="145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impact</a:t>
            </a:r>
            <a:r>
              <a:rPr sz="145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and </a:t>
            </a:r>
            <a:r>
              <a:rPr sz="145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identify</a:t>
            </a:r>
            <a:r>
              <a:rPr sz="14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areas</a:t>
            </a:r>
            <a:r>
              <a:rPr sz="145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for</a:t>
            </a:r>
            <a:r>
              <a:rPr sz="145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sustainable </a:t>
            </a:r>
            <a:r>
              <a:rPr sz="14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lifestyle </a:t>
            </a:r>
            <a:r>
              <a:rPr sz="14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improvement.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502014" y="4838316"/>
            <a:ext cx="2540000" cy="345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00" b="1" spc="60" dirty="0">
                <a:solidFill>
                  <a:srgbClr val="1B1B1B"/>
                </a:solidFill>
                <a:latin typeface="Tahoma"/>
                <a:cs typeface="Tahoma"/>
              </a:rPr>
              <a:t>Carbon</a:t>
            </a:r>
            <a:r>
              <a:rPr sz="2100" b="1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2100" b="1" spc="-10" dirty="0">
                <a:solidFill>
                  <a:srgbClr val="1B1B1B"/>
                </a:solidFill>
                <a:latin typeface="Tahoma"/>
                <a:cs typeface="Tahoma"/>
              </a:rPr>
              <a:t>Calculator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460690" y="5720208"/>
            <a:ext cx="2622550" cy="1825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6399"/>
              </a:lnSpc>
              <a:spcBef>
                <a:spcPts val="100"/>
              </a:spcBef>
            </a:pPr>
            <a:r>
              <a:rPr sz="145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Interactive</a:t>
            </a:r>
            <a:r>
              <a:rPr sz="145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calculator</a:t>
            </a:r>
            <a:r>
              <a:rPr sz="145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used</a:t>
            </a:r>
            <a:r>
              <a:rPr sz="145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to </a:t>
            </a:r>
            <a:r>
              <a:rPr sz="145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estimate</a:t>
            </a:r>
            <a:r>
              <a:rPr sz="1450" spc="-5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personal</a:t>
            </a:r>
            <a:r>
              <a:rPr sz="145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or </a:t>
            </a:r>
            <a:r>
              <a:rPr sz="14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organizational</a:t>
            </a:r>
            <a:r>
              <a:rPr sz="14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carbon </a:t>
            </a:r>
            <a:r>
              <a:rPr sz="14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emissions</a:t>
            </a:r>
            <a:r>
              <a:rPr sz="1450" spc="-5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from</a:t>
            </a:r>
            <a:r>
              <a:rPr sz="1450" spc="-45" dirty="0">
                <a:solidFill>
                  <a:srgbClr val="1B1B1B"/>
                </a:solidFill>
                <a:latin typeface="Lucida Sans Unicode"/>
                <a:cs typeface="Lucida Sans Unicode"/>
              </a:rPr>
              <a:t> daily </a:t>
            </a:r>
            <a:r>
              <a:rPr sz="1450" spc="-35" dirty="0">
                <a:solidFill>
                  <a:srgbClr val="1B1B1B"/>
                </a:solidFill>
                <a:latin typeface="Lucida Sans Unicode"/>
                <a:cs typeface="Lucida Sans Unicode"/>
              </a:rPr>
              <a:t>activities, </a:t>
            </a:r>
            <a:r>
              <a:rPr sz="14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travel,</a:t>
            </a:r>
            <a:r>
              <a:rPr sz="1450" spc="-7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and</a:t>
            </a:r>
            <a:r>
              <a:rPr sz="14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energy</a:t>
            </a:r>
            <a:r>
              <a:rPr sz="1450" spc="-6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20" dirty="0">
                <a:solidFill>
                  <a:srgbClr val="1B1B1B"/>
                </a:solidFill>
                <a:latin typeface="Lucida Sans Unicode"/>
                <a:cs typeface="Lucida Sans Unicode"/>
              </a:rPr>
              <a:t>use, </a:t>
            </a:r>
            <a:r>
              <a:rPr sz="145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promoting</a:t>
            </a:r>
            <a:r>
              <a:rPr sz="1450" spc="-25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40" dirty="0">
                <a:solidFill>
                  <a:srgbClr val="1B1B1B"/>
                </a:solidFill>
                <a:latin typeface="Lucida Sans Unicode"/>
                <a:cs typeface="Lucida Sans Unicode"/>
              </a:rPr>
              <a:t>carbon-</a:t>
            </a:r>
            <a:r>
              <a:rPr sz="14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conscious </a:t>
            </a:r>
            <a:r>
              <a:rPr sz="1450" spc="-30" dirty="0">
                <a:solidFill>
                  <a:srgbClr val="1B1B1B"/>
                </a:solidFill>
                <a:latin typeface="Lucida Sans Unicode"/>
                <a:cs typeface="Lucida Sans Unicode"/>
              </a:rPr>
              <a:t>decision</a:t>
            </a:r>
            <a:r>
              <a:rPr sz="1450" spc="-60" dirty="0">
                <a:solidFill>
                  <a:srgbClr val="1B1B1B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1B1B1B"/>
                </a:solidFill>
                <a:latin typeface="Lucida Sans Unicode"/>
                <a:cs typeface="Lucida Sans Unicode"/>
              </a:rPr>
              <a:t>making.</a:t>
            </a:r>
            <a:endParaRPr sz="1450">
              <a:latin typeface="Lucida Sans Unicode"/>
              <a:cs typeface="Lucida Sans Unicode"/>
            </a:endParaRPr>
          </a:p>
        </p:txBody>
      </p:sp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802731" y="0"/>
            <a:ext cx="2485267" cy="2450022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7778973"/>
            <a:ext cx="2109798" cy="25080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1208</Words>
  <Application>Microsoft Office PowerPoint</Application>
  <PresentationFormat>Custom</PresentationFormat>
  <Paragraphs>180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Lucida Sans Unicode</vt:lpstr>
      <vt:lpstr>Tahoma</vt:lpstr>
      <vt:lpstr>Times New Roman</vt:lpstr>
      <vt:lpstr>Office Theme</vt:lpstr>
      <vt:lpstr>Green Skilling, Sustainability, Artificial Intelligence &amp; SDG 17</vt:lpstr>
      <vt:lpstr>Agenda</vt:lpstr>
      <vt:lpstr>Agenda Overview (Continued)</vt:lpstr>
      <vt:lpstr>Agenda</vt:lpstr>
      <vt:lpstr>What is Green Skilling?</vt:lpstr>
      <vt:lpstr>The Three Pillars of Sustainability</vt:lpstr>
      <vt:lpstr>SDG 17 – Partnerships for the Goals</vt:lpstr>
      <vt:lpstr>Learnings from the Provided Resources</vt:lpstr>
      <vt:lpstr>Data Centres &amp; Sustainability</vt:lpstr>
      <vt:lpstr>AI for Sustainability</vt:lpstr>
      <vt:lpstr>Challenges of AI</vt:lpstr>
      <vt:lpstr>Activities Completed</vt:lpstr>
      <vt:lpstr>Key Learnings</vt:lpstr>
      <vt:lpstr>Capstone Project – EcoVision AI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Skilling &amp; SDG 17 Dashboard</dc:title>
  <dc:creator>yug patel</dc:creator>
  <cp:keywords>DAHO4HvsdqQ,BAFg0Yt3cjc,0</cp:keywords>
  <cp:lastModifiedBy>Microsoft account</cp:lastModifiedBy>
  <cp:revision>1</cp:revision>
  <dcterms:created xsi:type="dcterms:W3CDTF">2026-07-09T08:41:11Z</dcterms:created>
  <dcterms:modified xsi:type="dcterms:W3CDTF">2026-07-09T08:43:55Z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2026-07-09T00:00:00Z</vt:filetime>
  </property>
  <property fmtid="{D5CDD505-2E9C-101B-9397-08002B2CF9AE}" pid="4" name="Creator">
    <vt:lpwstr>Canva</vt:lpwstr>
  </property>
  <property fmtid="{D5CDD505-2E9C-101B-9397-08002B2CF9AE}" pid="5" name="LastSaved">
    <vt:filetime>2026-07-09T00:00:00Z</vt:filetime>
  </property>
  <property fmtid="{D5CDD505-2E9C-101B-9397-08002B2CF9AE}" pid="6" name="Producer">
    <vt:lpwstr>Canva</vt:lpwstr>
  </property>
  <property fmtid="{D5CDD505-2E9C-101B-9397-08002B2CF9AE}" pid="7" name="containsAiGeneratedContent">
    <vt:lpwstr>Yes</vt:lpwstr>
  </property>
</Properties>
</file>